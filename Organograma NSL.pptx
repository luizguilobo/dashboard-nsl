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777" r:id="rId4"/>
  </p:sldMasterIdLst>
  <p:notesMasterIdLst>
    <p:notesMasterId r:id="rId25"/>
  </p:notesMasterIdLst>
  <p:handoutMasterIdLst>
    <p:handoutMasterId r:id="rId26"/>
  </p:handoutMasterIdLst>
  <p:sldIdLst>
    <p:sldId id="265" r:id="rId5"/>
    <p:sldId id="260" r:id="rId6"/>
    <p:sldId id="264" r:id="rId7"/>
    <p:sldId id="261" r:id="rId8"/>
    <p:sldId id="263" r:id="rId9"/>
    <p:sldId id="262" r:id="rId10"/>
    <p:sldId id="266" r:id="rId11"/>
    <p:sldId id="268" r:id="rId12"/>
    <p:sldId id="267" r:id="rId13"/>
    <p:sldId id="277" r:id="rId14"/>
    <p:sldId id="276" r:id="rId15"/>
    <p:sldId id="269" r:id="rId16"/>
    <p:sldId id="270" r:id="rId17"/>
    <p:sldId id="272" r:id="rId18"/>
    <p:sldId id="275" r:id="rId19"/>
    <p:sldId id="271" r:id="rId20"/>
    <p:sldId id="274" r:id="rId21"/>
    <p:sldId id="273" r:id="rId22"/>
    <p:sldId id="27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5899" autoAdjust="0"/>
  </p:normalViewPr>
  <p:slideViewPr>
    <p:cSldViewPr snapToGrid="0">
      <p:cViewPr>
        <p:scale>
          <a:sx n="50" d="100"/>
          <a:sy n="50" d="100"/>
        </p:scale>
        <p:origin x="792" y="82"/>
      </p:cViewPr>
      <p:guideLst/>
    </p:cSldViewPr>
  </p:slideViewPr>
  <p:notesTextViewPr>
    <p:cViewPr>
      <p:scale>
        <a:sx n="1" d="1"/>
        <a:sy n="1" d="1"/>
      </p:scale>
      <p:origin x="0" y="0"/>
    </p:cViewPr>
  </p:notesTextViewPr>
  <p:sorterViewPr>
    <p:cViewPr>
      <p:scale>
        <a:sx n="100" d="100"/>
        <a:sy n="100" d="100"/>
      </p:scale>
      <p:origin x="0" y="-10325"/>
    </p:cViewPr>
  </p:sorterViewPr>
  <p:notesViewPr>
    <p:cSldViewPr snapToGrid="0">
      <p:cViewPr varScale="1">
        <p:scale>
          <a:sx n="77" d="100"/>
          <a:sy n="77" d="100"/>
        </p:scale>
        <p:origin x="396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5CDF04D8-5BDB-494E-A70D-1B9AB3E480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20ABFC79-74F7-4D95-89D2-3B778E75AD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CA8C08-96EE-47FE-8A5A-80528B999787}" type="datetime1">
              <a:rPr lang="pt-BR" smtClean="0"/>
              <a:t>23/10/2019</a:t>
            </a:fld>
            <a:endParaRPr lang="pt-BR" dirty="0"/>
          </a:p>
        </p:txBody>
      </p:sp>
      <p:sp>
        <p:nvSpPr>
          <p:cNvPr id="4" name="Espaço Reservado para Rodapé 3">
            <a:extLst>
              <a:ext uri="{FF2B5EF4-FFF2-40B4-BE49-F238E27FC236}">
                <a16:creationId xmlns:a16="http://schemas.microsoft.com/office/drawing/2014/main" id="{19E81BC7-E842-443B-BC59-67EAA468182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29F2ED8E-6179-41BD-ADBE-0AA31D71CCA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4D010E-3488-4EDC-BF99-F26C0B0430BE}" type="slidenum">
              <a:rPr lang="pt-BR" smtClean="0"/>
              <a:t>‹nº›</a:t>
            </a:fld>
            <a:endParaRPr lang="pt-BR"/>
          </a:p>
        </p:txBody>
      </p:sp>
    </p:spTree>
    <p:extLst>
      <p:ext uri="{BB962C8B-B14F-4D97-AF65-F5344CB8AC3E}">
        <p14:creationId xmlns:p14="http://schemas.microsoft.com/office/powerpoint/2010/main" val="364408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noProof="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4D407-F3B6-468E-BEFB-1B150A322E13}" type="datetime1">
              <a:rPr lang="pt-BR" noProof="0" smtClean="0"/>
              <a:pPr/>
              <a:t>23/10/2019</a:t>
            </a:fld>
            <a:endParaRPr lang="pt-BR" noProof="0"/>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noProof="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noProof="0"/>
              <a:t>Editar estilos de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noProof="0"/>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F29976-2CBF-4990-8F20-325FD5BF326A}" type="slidenum">
              <a:rPr lang="pt-BR" noProof="0" smtClean="0"/>
              <a:t>‹nº›</a:t>
            </a:fld>
            <a:endParaRPr lang="pt-BR" noProof="0"/>
          </a:p>
        </p:txBody>
      </p:sp>
    </p:spTree>
    <p:extLst>
      <p:ext uri="{BB962C8B-B14F-4D97-AF65-F5344CB8AC3E}">
        <p14:creationId xmlns:p14="http://schemas.microsoft.com/office/powerpoint/2010/main" val="3027023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DF29976-2CBF-4990-8F20-325FD5BF326A}" type="slidenum">
              <a:rPr lang="pt-BR" smtClean="0"/>
              <a:t>1</a:t>
            </a:fld>
            <a:endParaRPr lang="pt-BR"/>
          </a:p>
        </p:txBody>
      </p:sp>
    </p:spTree>
    <p:extLst>
      <p:ext uri="{BB962C8B-B14F-4D97-AF65-F5344CB8AC3E}">
        <p14:creationId xmlns:p14="http://schemas.microsoft.com/office/powerpoint/2010/main" val="2652342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DF29976-2CBF-4990-8F20-325FD5BF326A}" type="slidenum">
              <a:rPr lang="pt-BR" smtClean="0"/>
              <a:t>2</a:t>
            </a:fld>
            <a:endParaRPr lang="pt-BR"/>
          </a:p>
        </p:txBody>
      </p:sp>
    </p:spTree>
    <p:extLst>
      <p:ext uri="{BB962C8B-B14F-4D97-AF65-F5344CB8AC3E}">
        <p14:creationId xmlns:p14="http://schemas.microsoft.com/office/powerpoint/2010/main" val="1543231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DF29976-2CBF-4990-8F20-325FD5BF326A}" type="slidenum">
              <a:rPr lang="pt-BR" smtClean="0"/>
              <a:t>3</a:t>
            </a:fld>
            <a:endParaRPr lang="pt-BR"/>
          </a:p>
        </p:txBody>
      </p:sp>
    </p:spTree>
    <p:extLst>
      <p:ext uri="{BB962C8B-B14F-4D97-AF65-F5344CB8AC3E}">
        <p14:creationId xmlns:p14="http://schemas.microsoft.com/office/powerpoint/2010/main" val="1220396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pt-BR"/>
              <a:t>Clique para editar o título Mestre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5" name="Footer Placeholder 4"/>
          <p:cNvSpPr>
            <a:spLocks noGrp="1"/>
          </p:cNvSpPr>
          <p:nvPr>
            <p:ph type="ftr" sz="quarter" idx="11"/>
          </p:nvPr>
        </p:nvSpPr>
        <p:spPr/>
        <p:txBody>
          <a:bodyPr/>
          <a:lstStyle/>
          <a:p>
            <a:pPr rtl="0"/>
            <a:endParaRPr lang="pt-BR" noProof="0"/>
          </a:p>
        </p:txBody>
      </p:sp>
      <p:sp>
        <p:nvSpPr>
          <p:cNvPr id="6" name="Slide Number Placeholder 5"/>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01441577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pPr rtl="0"/>
            <a:fld id="{6FB572BC-BBA8-4C2B-8330-A821983DCFE7}" type="datetime1">
              <a:rPr lang="pt-BR" noProof="0" smtClean="0"/>
              <a:t>23/10/2019</a:t>
            </a:fld>
            <a:endParaRPr lang="pt-BR" noProof="0"/>
          </a:p>
        </p:txBody>
      </p:sp>
      <p:sp>
        <p:nvSpPr>
          <p:cNvPr id="5" name="Footer Placeholder 4"/>
          <p:cNvSpPr>
            <a:spLocks noGrp="1"/>
          </p:cNvSpPr>
          <p:nvPr>
            <p:ph type="ftr" sz="quarter" idx="11"/>
          </p:nvPr>
        </p:nvSpPr>
        <p:spPr/>
        <p:txBody>
          <a:bodyPr/>
          <a:lstStyle/>
          <a:p>
            <a:pPr rtl="0"/>
            <a:endParaRPr lang="pt-BR" noProof="0"/>
          </a:p>
        </p:txBody>
      </p:sp>
      <p:sp>
        <p:nvSpPr>
          <p:cNvPr id="6" name="Slide Number Placeholder 5"/>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314633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pPr rtl="0"/>
            <a:fld id="{BF12D6FB-6598-4114-8DF0-6C6B9F0E32CC}" type="datetime1">
              <a:rPr lang="pt-BR" noProof="0" smtClean="0"/>
              <a:t>23/10/2019</a:t>
            </a:fld>
            <a:endParaRPr lang="pt-BR" noProof="0"/>
          </a:p>
        </p:txBody>
      </p:sp>
      <p:sp>
        <p:nvSpPr>
          <p:cNvPr id="5" name="Footer Placeholder 4"/>
          <p:cNvSpPr>
            <a:spLocks noGrp="1"/>
          </p:cNvSpPr>
          <p:nvPr>
            <p:ph type="ftr" sz="quarter" idx="11"/>
          </p:nvPr>
        </p:nvSpPr>
        <p:spPr/>
        <p:txBody>
          <a:bodyPr/>
          <a:lstStyle/>
          <a:p>
            <a:pPr rtl="0"/>
            <a:endParaRPr lang="pt-BR" noProof="0"/>
          </a:p>
        </p:txBody>
      </p:sp>
      <p:sp>
        <p:nvSpPr>
          <p:cNvPr id="6" name="Slide Number Placeholder 5"/>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49046325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812273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pPr rtl="0"/>
            <a:fld id="{CD966EDD-3BFD-492A-A95F-F308F1B5B901}" type="datetime1">
              <a:rPr lang="pt-BR" noProof="0" smtClean="0"/>
              <a:t>23/10/2019</a:t>
            </a:fld>
            <a:endParaRPr lang="pt-BR" noProof="0"/>
          </a:p>
        </p:txBody>
      </p:sp>
      <p:sp>
        <p:nvSpPr>
          <p:cNvPr id="8" name="Footer Placeholder 7"/>
          <p:cNvSpPr>
            <a:spLocks noGrp="1"/>
          </p:cNvSpPr>
          <p:nvPr>
            <p:ph type="ftr" sz="quarter" idx="11"/>
          </p:nvPr>
        </p:nvSpPr>
        <p:spPr/>
        <p:txBody>
          <a:bodyPr/>
          <a:lstStyle/>
          <a:p>
            <a:pPr rtl="0"/>
            <a:endParaRPr lang="pt-BR" noProof="0"/>
          </a:p>
        </p:txBody>
      </p:sp>
      <p:sp>
        <p:nvSpPr>
          <p:cNvPr id="9" name="Slide Number Placeholder 8"/>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855443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pPr rtl="0"/>
            <a:fld id="{9E6F0F3E-8DB7-4F38-8F56-C2F835BA1CCE}" type="datetime1">
              <a:rPr lang="pt-BR" noProof="0" smtClean="0"/>
              <a:t>23/10/2019</a:t>
            </a:fld>
            <a:endParaRPr lang="pt-BR" noProof="0"/>
          </a:p>
        </p:txBody>
      </p:sp>
      <p:sp>
        <p:nvSpPr>
          <p:cNvPr id="4" name="Footer Placeholder 3"/>
          <p:cNvSpPr>
            <a:spLocks noGrp="1"/>
          </p:cNvSpPr>
          <p:nvPr>
            <p:ph type="ftr" sz="quarter" idx="11"/>
          </p:nvPr>
        </p:nvSpPr>
        <p:spPr/>
        <p:txBody>
          <a:bodyPr/>
          <a:lstStyle/>
          <a:p>
            <a:pPr rtl="0"/>
            <a:endParaRPr lang="pt-BR" noProof="0"/>
          </a:p>
        </p:txBody>
      </p:sp>
      <p:sp>
        <p:nvSpPr>
          <p:cNvPr id="5" name="Slide Number Placeholder 4"/>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1265798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3" name="Footer Placeholder 2"/>
          <p:cNvSpPr>
            <a:spLocks noGrp="1"/>
          </p:cNvSpPr>
          <p:nvPr>
            <p:ph type="ftr" sz="quarter" idx="11"/>
          </p:nvPr>
        </p:nvSpPr>
        <p:spPr/>
        <p:txBody>
          <a:bodyPr/>
          <a:lstStyle/>
          <a:p>
            <a:pPr rtl="0"/>
            <a:endParaRPr lang="pt-BR" noProof="0"/>
          </a:p>
        </p:txBody>
      </p:sp>
      <p:sp>
        <p:nvSpPr>
          <p:cNvPr id="4" name="Slide Number Placeholder 3"/>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532221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pt-BR"/>
              <a:t>Clique para editar o título Mestre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36571374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pPr rtl="0"/>
            <a:fld id="{AF7B906E-3457-4698-AE3F-8FCEFDDA2010}"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153015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24456104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0010001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pt-BR"/>
              <a:t>Clique para editar o título Mestre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3687798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pt-BR"/>
              <a:t>Clique para editar o título Mestre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6" name="Footer Placeholder 5"/>
          <p:cNvSpPr>
            <a:spLocks noGrp="1"/>
          </p:cNvSpPr>
          <p:nvPr>
            <p:ph type="ftr" sz="quarter" idx="11"/>
          </p:nvPr>
        </p:nvSpPr>
        <p:spPr/>
        <p:txBody>
          <a:bodyPr/>
          <a:lstStyle/>
          <a:p>
            <a:pPr rtl="0"/>
            <a:endParaRPr lang="pt-BR" noProof="0"/>
          </a:p>
        </p:txBody>
      </p:sp>
      <p:sp>
        <p:nvSpPr>
          <p:cNvPr id="7" name="Slide Number Placeholder 6"/>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36618174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4" name="Footer Placeholder 3"/>
          <p:cNvSpPr>
            <a:spLocks noGrp="1"/>
          </p:cNvSpPr>
          <p:nvPr>
            <p:ph type="ftr" sz="quarter" idx="11"/>
          </p:nvPr>
        </p:nvSpPr>
        <p:spPr/>
        <p:txBody>
          <a:bodyPr/>
          <a:lstStyle/>
          <a:p>
            <a:pPr rtl="0"/>
            <a:endParaRPr lang="pt-BR" noProof="0"/>
          </a:p>
        </p:txBody>
      </p:sp>
      <p:sp>
        <p:nvSpPr>
          <p:cNvPr id="5" name="Slide Number Placeholder 4"/>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140707661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4" name="Footer Placeholder 3"/>
          <p:cNvSpPr>
            <a:spLocks noGrp="1"/>
          </p:cNvSpPr>
          <p:nvPr>
            <p:ph type="ftr" sz="quarter" idx="11"/>
          </p:nvPr>
        </p:nvSpPr>
        <p:spPr/>
        <p:txBody>
          <a:bodyPr/>
          <a:lstStyle/>
          <a:p>
            <a:pPr rtl="0"/>
            <a:endParaRPr lang="pt-BR" noProof="0"/>
          </a:p>
        </p:txBody>
      </p:sp>
      <p:sp>
        <p:nvSpPr>
          <p:cNvPr id="5" name="Slide Number Placeholder 4"/>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88756394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5" name="Footer Placeholder 4"/>
          <p:cNvSpPr>
            <a:spLocks noGrp="1"/>
          </p:cNvSpPr>
          <p:nvPr>
            <p:ph type="ftr" sz="quarter" idx="11"/>
          </p:nvPr>
        </p:nvSpPr>
        <p:spPr/>
        <p:txBody>
          <a:bodyPr/>
          <a:lstStyle/>
          <a:p>
            <a:pPr rtl="0"/>
            <a:endParaRPr lang="pt-BR" noProof="0"/>
          </a:p>
        </p:txBody>
      </p:sp>
      <p:sp>
        <p:nvSpPr>
          <p:cNvPr id="6" name="Slide Number Placeholder 5"/>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224010113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pt-BR"/>
              <a:t>Clique para editar o título Mestre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pPr rtl="0"/>
            <a:fld id="{683EC0E4-C5F6-4AFC-9FC6-A7184710B2FB}" type="datetime1">
              <a:rPr lang="pt-BR" noProof="0" smtClean="0"/>
              <a:t>23/10/2019</a:t>
            </a:fld>
            <a:endParaRPr lang="pt-BR" noProof="0"/>
          </a:p>
        </p:txBody>
      </p:sp>
      <p:sp>
        <p:nvSpPr>
          <p:cNvPr id="5" name="Footer Placeholder 4"/>
          <p:cNvSpPr>
            <a:spLocks noGrp="1"/>
          </p:cNvSpPr>
          <p:nvPr>
            <p:ph type="ftr" sz="quarter" idx="11"/>
          </p:nvPr>
        </p:nvSpPr>
        <p:spPr/>
        <p:txBody>
          <a:bodyPr/>
          <a:lstStyle/>
          <a:p>
            <a:pPr rtl="0"/>
            <a:endParaRPr lang="pt-BR" noProof="0"/>
          </a:p>
        </p:txBody>
      </p:sp>
      <p:sp>
        <p:nvSpPr>
          <p:cNvPr id="6" name="Slide Number Placeholder 5"/>
          <p:cNvSpPr>
            <a:spLocks noGrp="1"/>
          </p:cNvSpPr>
          <p:nvPr>
            <p:ph type="sldNum" sz="quarter" idx="12"/>
          </p:nvPr>
        </p:nvSpPr>
        <p:spPr/>
        <p:txBody>
          <a:body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343556140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rtl="0"/>
            <a:fld id="{683EC0E4-C5F6-4AFC-9FC6-A7184710B2FB}" type="datetime1">
              <a:rPr lang="pt-BR" noProof="0" smtClean="0"/>
              <a:t>23/10/2019</a:t>
            </a:fld>
            <a:endParaRPr lang="pt-BR" noProof="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pPr rtl="0"/>
            <a:endParaRPr lang="pt-BR" noProof="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rtl="0"/>
            <a:fld id="{7966EA62-41C5-4F9A-A915-5B0BC739C923}" type="slidenum">
              <a:rPr lang="pt-BR" noProof="0" smtClean="0"/>
              <a:t>‹nº›</a:t>
            </a:fld>
            <a:endParaRPr lang="pt-BR" noProof="0"/>
          </a:p>
        </p:txBody>
      </p:sp>
    </p:spTree>
    <p:extLst>
      <p:ext uri="{BB962C8B-B14F-4D97-AF65-F5344CB8AC3E}">
        <p14:creationId xmlns:p14="http://schemas.microsoft.com/office/powerpoint/2010/main" val="121688614"/>
      </p:ext>
    </p:extLst>
  </p:cSld>
  <p:clrMap bg1="dk1" tx1="lt1" bg2="dk2" tx2="lt2" accent1="accent1" accent2="accent2" accent3="accent3" accent4="accent4" accent5="accent5" accent6="accent6" hlink="hlink" folHlink="folHlink"/>
  <p:sldLayoutIdLst>
    <p:sldLayoutId id="2147484778" r:id="rId1"/>
    <p:sldLayoutId id="2147484779" r:id="rId2"/>
    <p:sldLayoutId id="2147484780" r:id="rId3"/>
    <p:sldLayoutId id="2147484781" r:id="rId4"/>
    <p:sldLayoutId id="2147484782" r:id="rId5"/>
    <p:sldLayoutId id="2147484783" r:id="rId6"/>
    <p:sldLayoutId id="2147484784" r:id="rId7"/>
    <p:sldLayoutId id="2147484785" r:id="rId8"/>
    <p:sldLayoutId id="2147484786" r:id="rId9"/>
    <p:sldLayoutId id="2147484787" r:id="rId10"/>
    <p:sldLayoutId id="2147484788" r:id="rId11"/>
    <p:sldLayoutId id="2147484789" r:id="rId12"/>
    <p:sldLayoutId id="2147484790" r:id="rId13"/>
    <p:sldLayoutId id="2147484791" r:id="rId14"/>
    <p:sldLayoutId id="2147484792" r:id="rId15"/>
    <p:sldLayoutId id="2147484793" r:id="rId16"/>
    <p:sldLayoutId id="2147484794" r:id="rId17"/>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hyperlink" Target="https://creativecommons.org/licenses/by-sa/3.0/" TargetMode="External"/><Relationship Id="rId4" Type="http://schemas.openxmlformats.org/officeDocument/2006/relationships/hyperlink" Target="https://pt.wikipedia.org/wiki/Praia_da_Rocha"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www.traycorp.com.br/planos/"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bg1">
                <a:lumMod val="95000"/>
              </a:schemeClr>
            </a:gs>
          </a:gsLst>
          <a:lin ang="13500000" scaled="1"/>
          <a:tileRect/>
        </a:gradFill>
        <a:effectLst/>
      </p:bgPr>
    </p:bg>
    <p:spTree>
      <p:nvGrpSpPr>
        <p:cNvPr id="1" name=""/>
        <p:cNvGrpSpPr/>
        <p:nvPr/>
      </p:nvGrpSpPr>
      <p:grpSpPr>
        <a:xfrm>
          <a:off x="0" y="0"/>
          <a:ext cx="0" cy="0"/>
          <a:chOff x="0" y="0"/>
          <a:chExt cx="0" cy="0"/>
        </a:xfrm>
      </p:grpSpPr>
      <p:pic>
        <p:nvPicPr>
          <p:cNvPr id="133" name="Imagem 132" descr="Sombra de fundo">
            <a:extLst>
              <a:ext uri="{FF2B5EF4-FFF2-40B4-BE49-F238E27FC236}">
                <a16:creationId xmlns:a16="http://schemas.microsoft.com/office/drawing/2014/main" id="{4DE6FB9F-89C3-4149-9C4B-8BA9F5CDA2FE}"/>
              </a:ext>
            </a:extLst>
          </p:cNvPr>
          <p:cNvPicPr>
            <a:picLocks noChangeAspect="1"/>
          </p:cNvPicPr>
          <p:nvPr/>
        </p:nvPicPr>
        <p:blipFill>
          <a:blip r:embed="rId3"/>
          <a:stretch>
            <a:fillRect/>
          </a:stretch>
        </p:blipFill>
        <p:spPr>
          <a:xfrm>
            <a:off x="1" y="4982577"/>
            <a:ext cx="12192000" cy="1875423"/>
          </a:xfrm>
          <a:prstGeom prst="rect">
            <a:avLst/>
          </a:prstGeom>
        </p:spPr>
      </p:pic>
      <p:pic>
        <p:nvPicPr>
          <p:cNvPr id="118" name="Imagem 117" descr="Próximo da sombra da base">
            <a:extLst>
              <a:ext uri="{FF2B5EF4-FFF2-40B4-BE49-F238E27FC236}">
                <a16:creationId xmlns:a16="http://schemas.microsoft.com/office/drawing/2014/main" id="{04E5C79A-5F03-432C-A7DD-F56A019FB863}"/>
              </a:ext>
            </a:extLst>
          </p:cNvPr>
          <p:cNvPicPr>
            <a:picLocks noChangeAspect="1"/>
          </p:cNvPicPr>
          <p:nvPr/>
        </p:nvPicPr>
        <p:blipFill>
          <a:blip r:embed="rId4"/>
          <a:stretch>
            <a:fillRect/>
          </a:stretch>
        </p:blipFill>
        <p:spPr>
          <a:xfrm>
            <a:off x="7050499" y="5251063"/>
            <a:ext cx="3314700" cy="952499"/>
          </a:xfrm>
          <a:prstGeom prst="rect">
            <a:avLst/>
          </a:prstGeom>
        </p:spPr>
      </p:pic>
      <p:pic>
        <p:nvPicPr>
          <p:cNvPr id="16" name="Imagem 15" descr="Próximo da sombra da base">
            <a:extLst>
              <a:ext uri="{FF2B5EF4-FFF2-40B4-BE49-F238E27FC236}">
                <a16:creationId xmlns:a16="http://schemas.microsoft.com/office/drawing/2014/main" id="{0A57B658-F220-4FEC-8A15-072CE739D03D}"/>
              </a:ext>
            </a:extLst>
          </p:cNvPr>
          <p:cNvPicPr>
            <a:picLocks noChangeAspect="1"/>
          </p:cNvPicPr>
          <p:nvPr/>
        </p:nvPicPr>
        <p:blipFill>
          <a:blip r:embed="rId4"/>
          <a:stretch>
            <a:fillRect/>
          </a:stretch>
        </p:blipFill>
        <p:spPr>
          <a:xfrm>
            <a:off x="1840684" y="5251063"/>
            <a:ext cx="3314700" cy="952499"/>
          </a:xfrm>
          <a:prstGeom prst="rect">
            <a:avLst/>
          </a:prstGeom>
        </p:spPr>
      </p:pic>
      <p:grpSp>
        <p:nvGrpSpPr>
          <p:cNvPr id="139" name="Grupo 138">
            <a:extLst>
              <a:ext uri="{FF2B5EF4-FFF2-40B4-BE49-F238E27FC236}">
                <a16:creationId xmlns:a16="http://schemas.microsoft.com/office/drawing/2014/main" id="{C2D44B0A-E951-4486-9812-BBF899AB445E}"/>
              </a:ext>
              <a:ext uri="{C183D7F6-B498-43B3-948B-1728B52AA6E4}">
                <adec:decorative xmlns:adec="http://schemas.microsoft.com/office/drawing/2017/decorative" val="1"/>
              </a:ext>
            </a:extLst>
          </p:cNvPr>
          <p:cNvGrpSpPr/>
          <p:nvPr/>
        </p:nvGrpSpPr>
        <p:grpSpPr>
          <a:xfrm>
            <a:off x="1078399" y="4650849"/>
            <a:ext cx="1385981" cy="497472"/>
            <a:chOff x="1078399" y="4650849"/>
            <a:chExt cx="1385981" cy="497472"/>
          </a:xfrm>
        </p:grpSpPr>
        <p:sp>
          <p:nvSpPr>
            <p:cNvPr id="53" name="Retângulo 52">
              <a:extLst>
                <a:ext uri="{FF2B5EF4-FFF2-40B4-BE49-F238E27FC236}">
                  <a16:creationId xmlns:a16="http://schemas.microsoft.com/office/drawing/2014/main" id="{02547EC1-F8D9-472C-AE9B-A7270627D276}"/>
                </a:ext>
              </a:extLst>
            </p:cNvPr>
            <p:cNvSpPr/>
            <p:nvPr/>
          </p:nvSpPr>
          <p:spPr>
            <a:xfrm>
              <a:off x="1078399" y="4650849"/>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a:solidFill>
                    <a:schemeClr val="bg1"/>
                  </a:solidFill>
                </a:rPr>
                <a:t>Marco </a:t>
              </a:r>
              <a:r>
                <a:rPr lang="pt-BR" sz="800" dirty="0" err="1">
                  <a:solidFill>
                    <a:schemeClr val="bg1"/>
                  </a:solidFill>
                </a:rPr>
                <a:t>Aurelio</a:t>
              </a:r>
              <a:endParaRPr lang="pt-BR" sz="800" dirty="0">
                <a:solidFill>
                  <a:schemeClr val="bg1"/>
                </a:solidFill>
              </a:endParaRPr>
            </a:p>
          </p:txBody>
        </p:sp>
        <p:sp>
          <p:nvSpPr>
            <p:cNvPr id="54" name="Retângulo 53">
              <a:extLst>
                <a:ext uri="{FF2B5EF4-FFF2-40B4-BE49-F238E27FC236}">
                  <a16:creationId xmlns:a16="http://schemas.microsoft.com/office/drawing/2014/main" id="{0AE27A7C-3C52-4780-BB11-C860848B3767}"/>
                </a:ext>
              </a:extLst>
            </p:cNvPr>
            <p:cNvSpPr/>
            <p:nvPr/>
          </p:nvSpPr>
          <p:spPr>
            <a:xfrm>
              <a:off x="1096380"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141" name="Grupo 140">
            <a:extLst>
              <a:ext uri="{FF2B5EF4-FFF2-40B4-BE49-F238E27FC236}">
                <a16:creationId xmlns:a16="http://schemas.microsoft.com/office/drawing/2014/main" id="{FD42DA56-8A2C-408F-A1B9-126E3FEBEA3B}"/>
              </a:ext>
              <a:ext uri="{C183D7F6-B498-43B3-948B-1728B52AA6E4}">
                <adec:decorative xmlns:adec="http://schemas.microsoft.com/office/drawing/2017/decorative" val="1"/>
              </a:ext>
            </a:extLst>
          </p:cNvPr>
          <p:cNvGrpSpPr/>
          <p:nvPr/>
        </p:nvGrpSpPr>
        <p:grpSpPr>
          <a:xfrm>
            <a:off x="2810778" y="4650849"/>
            <a:ext cx="1386733" cy="497472"/>
            <a:chOff x="2810778" y="4650849"/>
            <a:chExt cx="1386733" cy="497472"/>
          </a:xfrm>
        </p:grpSpPr>
        <p:sp>
          <p:nvSpPr>
            <p:cNvPr id="55" name="Retângulo 54">
              <a:extLst>
                <a:ext uri="{FF2B5EF4-FFF2-40B4-BE49-F238E27FC236}">
                  <a16:creationId xmlns:a16="http://schemas.microsoft.com/office/drawing/2014/main" id="{20926C4F-20DA-4450-AAC4-623D937CA088}"/>
                </a:ext>
              </a:extLst>
            </p:cNvPr>
            <p:cNvSpPr/>
            <p:nvPr/>
          </p:nvSpPr>
          <p:spPr>
            <a:xfrm>
              <a:off x="2810778" y="4650849"/>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56" name="Retângulo 55">
              <a:extLst>
                <a:ext uri="{FF2B5EF4-FFF2-40B4-BE49-F238E27FC236}">
                  <a16:creationId xmlns:a16="http://schemas.microsoft.com/office/drawing/2014/main" id="{C548BA46-41AC-472A-BD9B-F656467E6F9F}"/>
                </a:ext>
              </a:extLst>
            </p:cNvPr>
            <p:cNvSpPr/>
            <p:nvPr/>
          </p:nvSpPr>
          <p:spPr>
            <a:xfrm>
              <a:off x="2829511"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Instalações</a:t>
              </a:r>
            </a:p>
          </p:txBody>
        </p:sp>
      </p:grpSp>
      <p:grpSp>
        <p:nvGrpSpPr>
          <p:cNvPr id="146" name="Grupo 145">
            <a:extLst>
              <a:ext uri="{FF2B5EF4-FFF2-40B4-BE49-F238E27FC236}">
                <a16:creationId xmlns:a16="http://schemas.microsoft.com/office/drawing/2014/main" id="{CA71374E-55F7-44D5-8300-47A43A41D366}"/>
              </a:ext>
              <a:ext uri="{C183D7F6-B498-43B3-948B-1728B52AA6E4}">
                <adec:decorative xmlns:adec="http://schemas.microsoft.com/office/drawing/2017/decorative" val="1"/>
              </a:ext>
            </a:extLst>
          </p:cNvPr>
          <p:cNvGrpSpPr/>
          <p:nvPr/>
        </p:nvGrpSpPr>
        <p:grpSpPr>
          <a:xfrm>
            <a:off x="7996029" y="4650849"/>
            <a:ext cx="1386733" cy="497472"/>
            <a:chOff x="7996029" y="4650849"/>
            <a:chExt cx="1386733" cy="497472"/>
          </a:xfrm>
        </p:grpSpPr>
        <p:sp>
          <p:nvSpPr>
            <p:cNvPr id="59" name="Retângulo 58">
              <a:extLst>
                <a:ext uri="{FF2B5EF4-FFF2-40B4-BE49-F238E27FC236}">
                  <a16:creationId xmlns:a16="http://schemas.microsoft.com/office/drawing/2014/main" id="{4F99BE8E-1AC9-4D08-9546-F0B4EBD0FC52}"/>
                </a:ext>
              </a:extLst>
            </p:cNvPr>
            <p:cNvSpPr/>
            <p:nvPr/>
          </p:nvSpPr>
          <p:spPr>
            <a:xfrm>
              <a:off x="7996029" y="4650849"/>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ALEXANDER MARTENSSON</a:t>
              </a:r>
            </a:p>
          </p:txBody>
        </p:sp>
        <p:sp>
          <p:nvSpPr>
            <p:cNvPr id="60" name="Retângulo 59">
              <a:extLst>
                <a:ext uri="{FF2B5EF4-FFF2-40B4-BE49-F238E27FC236}">
                  <a16:creationId xmlns:a16="http://schemas.microsoft.com/office/drawing/2014/main" id="{6F6D2B6F-F2EC-46FE-ADD0-3D0EED1169A8}"/>
                </a:ext>
              </a:extLst>
            </p:cNvPr>
            <p:cNvSpPr/>
            <p:nvPr/>
          </p:nvSpPr>
          <p:spPr>
            <a:xfrm>
              <a:off x="8014762"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grpSp>
        <p:nvGrpSpPr>
          <p:cNvPr id="142" name="Grupo 141">
            <a:extLst>
              <a:ext uri="{FF2B5EF4-FFF2-40B4-BE49-F238E27FC236}">
                <a16:creationId xmlns:a16="http://schemas.microsoft.com/office/drawing/2014/main" id="{F1BB04ED-85B2-403A-9B31-8926EF4BBDFD}"/>
              </a:ext>
              <a:ext uri="{C183D7F6-B498-43B3-948B-1728B52AA6E4}">
                <adec:decorative xmlns:adec="http://schemas.microsoft.com/office/drawing/2017/decorative" val="1"/>
              </a:ext>
            </a:extLst>
          </p:cNvPr>
          <p:cNvGrpSpPr/>
          <p:nvPr/>
        </p:nvGrpSpPr>
        <p:grpSpPr>
          <a:xfrm>
            <a:off x="2810778" y="5250203"/>
            <a:ext cx="1368000" cy="496786"/>
            <a:chOff x="2810778" y="5250203"/>
            <a:chExt cx="1368000" cy="496786"/>
          </a:xfrm>
        </p:grpSpPr>
        <p:sp>
          <p:nvSpPr>
            <p:cNvPr id="64" name="Retângulo 63">
              <a:extLst>
                <a:ext uri="{FF2B5EF4-FFF2-40B4-BE49-F238E27FC236}">
                  <a16:creationId xmlns:a16="http://schemas.microsoft.com/office/drawing/2014/main" id="{444568B4-5335-4A28-A690-400EC1AC1D33}"/>
                </a:ext>
              </a:extLst>
            </p:cNvPr>
            <p:cNvSpPr/>
            <p:nvPr/>
          </p:nvSpPr>
          <p:spPr>
            <a:xfrm>
              <a:off x="2810778" y="5250203"/>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65" name="Retângulo 64">
              <a:extLst>
                <a:ext uri="{FF2B5EF4-FFF2-40B4-BE49-F238E27FC236}">
                  <a16:creationId xmlns:a16="http://schemas.microsoft.com/office/drawing/2014/main" id="{02CF8611-7A05-4FA6-BE18-830B4859ED90}"/>
                </a:ext>
              </a:extLst>
            </p:cNvPr>
            <p:cNvSpPr/>
            <p:nvPr/>
          </p:nvSpPr>
          <p:spPr>
            <a:xfrm>
              <a:off x="2810778" y="5638989"/>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147" name="Grupo 146">
            <a:extLst>
              <a:ext uri="{FF2B5EF4-FFF2-40B4-BE49-F238E27FC236}">
                <a16:creationId xmlns:a16="http://schemas.microsoft.com/office/drawing/2014/main" id="{F7E0ACA6-9062-4440-BA0D-2B51D145EE99}"/>
              </a:ext>
              <a:ext uri="{C183D7F6-B498-43B3-948B-1728B52AA6E4}">
                <adec:decorative xmlns:adec="http://schemas.microsoft.com/office/drawing/2017/decorative" val="1"/>
              </a:ext>
            </a:extLst>
          </p:cNvPr>
          <p:cNvGrpSpPr/>
          <p:nvPr/>
        </p:nvGrpSpPr>
        <p:grpSpPr>
          <a:xfrm>
            <a:off x="7996029" y="5250203"/>
            <a:ext cx="1386733" cy="496786"/>
            <a:chOff x="7996029" y="5250203"/>
            <a:chExt cx="1386733" cy="496786"/>
          </a:xfrm>
        </p:grpSpPr>
        <p:sp>
          <p:nvSpPr>
            <p:cNvPr id="70" name="Retângulo 69">
              <a:extLst>
                <a:ext uri="{FF2B5EF4-FFF2-40B4-BE49-F238E27FC236}">
                  <a16:creationId xmlns:a16="http://schemas.microsoft.com/office/drawing/2014/main" id="{FA245BDF-EEB9-4F6D-9204-400C24431F8A}"/>
                </a:ext>
              </a:extLst>
            </p:cNvPr>
            <p:cNvSpPr/>
            <p:nvPr/>
          </p:nvSpPr>
          <p:spPr>
            <a:xfrm>
              <a:off x="7996029" y="5250203"/>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71" name="Retângulo 70">
              <a:extLst>
                <a:ext uri="{FF2B5EF4-FFF2-40B4-BE49-F238E27FC236}">
                  <a16:creationId xmlns:a16="http://schemas.microsoft.com/office/drawing/2014/main" id="{B361AF93-5B8E-4E66-95D4-AA33AC626391}"/>
                </a:ext>
              </a:extLst>
            </p:cNvPr>
            <p:cNvSpPr/>
            <p:nvPr/>
          </p:nvSpPr>
          <p:spPr>
            <a:xfrm>
              <a:off x="8014762" y="5638989"/>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sp>
        <p:nvSpPr>
          <p:cNvPr id="4" name="Título 3" descr="elemento decorativo"/>
          <p:cNvSpPr>
            <a:spLocks noGrp="1"/>
          </p:cNvSpPr>
          <p:nvPr>
            <p:ph type="title"/>
          </p:nvPr>
        </p:nvSpPr>
        <p:spPr>
          <a:xfrm>
            <a:off x="438586" y="418765"/>
            <a:ext cx="10131425" cy="480424"/>
          </a:xfrm>
        </p:spPr>
        <p:txBody>
          <a:bodyPr rtlCol="0">
            <a:noAutofit/>
          </a:bodyPr>
          <a:lstStyle/>
          <a:p>
            <a:pPr rtl="0"/>
            <a:r>
              <a:rPr lang="pt-BR" sz="2800" dirty="0">
                <a:solidFill>
                  <a:schemeClr val="tx2"/>
                </a:solidFill>
              </a:rPr>
              <a:t>GRÁFICO de organização Completo Nsl</a:t>
            </a:r>
          </a:p>
        </p:txBody>
      </p:sp>
      <p:sp>
        <p:nvSpPr>
          <p:cNvPr id="74" name="Retângulo 73" descr="elemento decorativo">
            <a:extLst>
              <a:ext uri="{FF2B5EF4-FFF2-40B4-BE49-F238E27FC236}">
                <a16:creationId xmlns:a16="http://schemas.microsoft.com/office/drawing/2014/main" id="{B7966ED9-F744-4C51-AD4E-E4FBE28F0E89}"/>
              </a:ext>
            </a:extLst>
          </p:cNvPr>
          <p:cNvSpPr/>
          <p:nvPr/>
        </p:nvSpPr>
        <p:spPr>
          <a:xfrm>
            <a:off x="1820805" y="6385235"/>
            <a:ext cx="108000" cy="108000"/>
          </a:xfrm>
          <a:prstGeom prst="rect">
            <a:avLst/>
          </a:prstGeom>
          <a:solidFill>
            <a:schemeClr val="accent3">
              <a:lumMod val="50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7" name="Retângulo 76" descr="elemento decorativo">
            <a:extLst>
              <a:ext uri="{FF2B5EF4-FFF2-40B4-BE49-F238E27FC236}">
                <a16:creationId xmlns:a16="http://schemas.microsoft.com/office/drawing/2014/main" id="{4F529341-8FA5-47B2-9E15-194CDF1D9DDA}"/>
              </a:ext>
            </a:extLst>
          </p:cNvPr>
          <p:cNvSpPr/>
          <p:nvPr/>
        </p:nvSpPr>
        <p:spPr>
          <a:xfrm>
            <a:off x="1192782" y="6385235"/>
            <a:ext cx="108000" cy="108000"/>
          </a:xfrm>
          <a:prstGeom prst="rect">
            <a:avLst/>
          </a:prstGeom>
          <a:solidFill>
            <a:schemeClr val="accent6">
              <a:lumMod val="50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8" name="Retângulo 77" descr="elemento decorativo">
            <a:extLst>
              <a:ext uri="{FF2B5EF4-FFF2-40B4-BE49-F238E27FC236}">
                <a16:creationId xmlns:a16="http://schemas.microsoft.com/office/drawing/2014/main" id="{EDFF40B5-1A93-4EDA-B68E-1A9D8E19D605}"/>
              </a:ext>
            </a:extLst>
          </p:cNvPr>
          <p:cNvSpPr/>
          <p:nvPr/>
        </p:nvSpPr>
        <p:spPr>
          <a:xfrm>
            <a:off x="563407" y="6385235"/>
            <a:ext cx="108000" cy="108000"/>
          </a:xfrm>
          <a:prstGeom prst="rect">
            <a:avLst/>
          </a:prstGeom>
          <a:solidFill>
            <a:schemeClr val="accent1">
              <a:lumMod val="75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9" name="Retângulo 78" descr="elemento decorativo">
            <a:extLst>
              <a:ext uri="{FF2B5EF4-FFF2-40B4-BE49-F238E27FC236}">
                <a16:creationId xmlns:a16="http://schemas.microsoft.com/office/drawing/2014/main" id="{BA1E13D3-E68D-46A4-A4EA-68F8BB9B8BDA}"/>
              </a:ext>
            </a:extLst>
          </p:cNvPr>
          <p:cNvSpPr/>
          <p:nvPr/>
        </p:nvSpPr>
        <p:spPr>
          <a:xfrm>
            <a:off x="704347" y="6385235"/>
            <a:ext cx="542435"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Doméstico</a:t>
            </a:r>
          </a:p>
        </p:txBody>
      </p:sp>
      <p:sp>
        <p:nvSpPr>
          <p:cNvPr id="80" name="Retângulo 79" descr="elemento decorativo">
            <a:extLst>
              <a:ext uri="{FF2B5EF4-FFF2-40B4-BE49-F238E27FC236}">
                <a16:creationId xmlns:a16="http://schemas.microsoft.com/office/drawing/2014/main" id="{DBD7CA8D-3635-4C1A-A9A1-D1053B519FF7}"/>
              </a:ext>
            </a:extLst>
          </p:cNvPr>
          <p:cNvSpPr/>
          <p:nvPr/>
        </p:nvSpPr>
        <p:spPr>
          <a:xfrm>
            <a:off x="1335533" y="6385235"/>
            <a:ext cx="486599"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Nacional</a:t>
            </a:r>
          </a:p>
        </p:txBody>
      </p:sp>
      <p:sp>
        <p:nvSpPr>
          <p:cNvPr id="81" name="Retângulo 80" descr="elemento decorativo">
            <a:extLst>
              <a:ext uri="{FF2B5EF4-FFF2-40B4-BE49-F238E27FC236}">
                <a16:creationId xmlns:a16="http://schemas.microsoft.com/office/drawing/2014/main" id="{3A779433-1A34-4B86-ADEE-BBB2F01C2FDA}"/>
              </a:ext>
            </a:extLst>
          </p:cNvPr>
          <p:cNvSpPr/>
          <p:nvPr/>
        </p:nvSpPr>
        <p:spPr>
          <a:xfrm>
            <a:off x="1978420" y="6385235"/>
            <a:ext cx="629350"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Serviços</a:t>
            </a:r>
          </a:p>
        </p:txBody>
      </p:sp>
      <p:grpSp>
        <p:nvGrpSpPr>
          <p:cNvPr id="57" name="Grupo 56">
            <a:extLst>
              <a:ext uri="{FF2B5EF4-FFF2-40B4-BE49-F238E27FC236}">
                <a16:creationId xmlns:a16="http://schemas.microsoft.com/office/drawing/2014/main" id="{D54DA3D9-59D0-4F4F-983C-A76D2B3CC368}"/>
              </a:ext>
              <a:ext uri="{C183D7F6-B498-43B3-948B-1728B52AA6E4}">
                <adec:decorative xmlns:adec="http://schemas.microsoft.com/office/drawing/2017/decorative" val="1"/>
              </a:ext>
            </a:extLst>
          </p:cNvPr>
          <p:cNvGrpSpPr/>
          <p:nvPr/>
        </p:nvGrpSpPr>
        <p:grpSpPr>
          <a:xfrm>
            <a:off x="1077429" y="3090121"/>
            <a:ext cx="1389332" cy="544407"/>
            <a:chOff x="1077429" y="3090121"/>
            <a:chExt cx="1389332" cy="544407"/>
          </a:xfrm>
        </p:grpSpPr>
        <p:sp>
          <p:nvSpPr>
            <p:cNvPr id="20" name="Retângulo 19">
              <a:extLst>
                <a:ext uri="{FF2B5EF4-FFF2-40B4-BE49-F238E27FC236}">
                  <a16:creationId xmlns:a16="http://schemas.microsoft.com/office/drawing/2014/main" id="{0029A321-0399-4DB3-824C-DA4E14750813}"/>
                </a:ext>
              </a:extLst>
            </p:cNvPr>
            <p:cNvSpPr/>
            <p:nvPr/>
          </p:nvSpPr>
          <p:spPr>
            <a:xfrm>
              <a:off x="1077429" y="3090121"/>
              <a:ext cx="1368000" cy="509451"/>
            </a:xfrm>
            <a:prstGeom prst="rect">
              <a:avLst/>
            </a:prstGeom>
            <a:gradFill>
              <a:gsLst>
                <a:gs pos="0">
                  <a:schemeClr val="bg1"/>
                </a:gs>
                <a:gs pos="100000">
                  <a:schemeClr val="bg1">
                    <a:lumMod val="85000"/>
                  </a:schemeClr>
                </a:gs>
              </a:gsLst>
              <a:lin ang="5400000" scaled="0"/>
            </a:gra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prstClr val="black"/>
                  </a:solidFill>
                </a:rPr>
                <a:t>Irene Lobo </a:t>
              </a:r>
            </a:p>
          </p:txBody>
        </p:sp>
        <p:sp>
          <p:nvSpPr>
            <p:cNvPr id="21" name="Retângulo 20">
              <a:extLst>
                <a:ext uri="{FF2B5EF4-FFF2-40B4-BE49-F238E27FC236}">
                  <a16:creationId xmlns:a16="http://schemas.microsoft.com/office/drawing/2014/main" id="{7DE93077-A072-4F71-B4E5-B6914C0904BB}"/>
                </a:ext>
              </a:extLst>
            </p:cNvPr>
            <p:cNvSpPr/>
            <p:nvPr/>
          </p:nvSpPr>
          <p:spPr>
            <a:xfrm>
              <a:off x="1098761"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dirty="0">
                  <a:solidFill>
                    <a:schemeClr val="bg1"/>
                  </a:solidFill>
                </a:rPr>
                <a:t>VP Finanças</a:t>
              </a:r>
            </a:p>
          </p:txBody>
        </p:sp>
      </p:grpSp>
      <p:grpSp>
        <p:nvGrpSpPr>
          <p:cNvPr id="138" name="Grupo 137">
            <a:extLst>
              <a:ext uri="{FF2B5EF4-FFF2-40B4-BE49-F238E27FC236}">
                <a16:creationId xmlns:a16="http://schemas.microsoft.com/office/drawing/2014/main" id="{07C53C7C-9C75-4E6E-9500-2316F030F37D}"/>
              </a:ext>
              <a:ext uri="{C183D7F6-B498-43B3-948B-1728B52AA6E4}">
                <adec:decorative xmlns:adec="http://schemas.microsoft.com/office/drawing/2017/decorative" val="1"/>
              </a:ext>
            </a:extLst>
          </p:cNvPr>
          <p:cNvGrpSpPr/>
          <p:nvPr/>
        </p:nvGrpSpPr>
        <p:grpSpPr>
          <a:xfrm>
            <a:off x="1077429" y="4051495"/>
            <a:ext cx="1386951" cy="498158"/>
            <a:chOff x="1077429" y="4051495"/>
            <a:chExt cx="1386951" cy="498158"/>
          </a:xfrm>
        </p:grpSpPr>
        <p:sp>
          <p:nvSpPr>
            <p:cNvPr id="26" name="Retângulo 25">
              <a:extLst>
                <a:ext uri="{FF2B5EF4-FFF2-40B4-BE49-F238E27FC236}">
                  <a16:creationId xmlns:a16="http://schemas.microsoft.com/office/drawing/2014/main" id="{C528EB85-15F8-42A3-98E3-2D8D1CD414EE}"/>
                </a:ext>
              </a:extLst>
            </p:cNvPr>
            <p:cNvSpPr/>
            <p:nvPr/>
          </p:nvSpPr>
          <p:spPr>
            <a:xfrm>
              <a:off x="1077429"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err="1">
                  <a:solidFill>
                    <a:schemeClr val="bg1"/>
                  </a:solidFill>
                </a:rPr>
                <a:t>Suse</a:t>
              </a:r>
              <a:r>
                <a:rPr lang="pt-BR" sz="800" dirty="0">
                  <a:solidFill>
                    <a:schemeClr val="bg1"/>
                  </a:solidFill>
                </a:rPr>
                <a:t> </a:t>
              </a:r>
            </a:p>
          </p:txBody>
        </p:sp>
        <p:sp>
          <p:nvSpPr>
            <p:cNvPr id="27" name="Retângulo 26">
              <a:extLst>
                <a:ext uri="{FF2B5EF4-FFF2-40B4-BE49-F238E27FC236}">
                  <a16:creationId xmlns:a16="http://schemas.microsoft.com/office/drawing/2014/main" id="{28C6A703-BEF9-4430-ACCD-990190E45411}"/>
                </a:ext>
              </a:extLst>
            </p:cNvPr>
            <p:cNvSpPr/>
            <p:nvPr/>
          </p:nvSpPr>
          <p:spPr>
            <a:xfrm>
              <a:off x="1096380"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Contabilidade</a:t>
              </a:r>
            </a:p>
          </p:txBody>
        </p:sp>
      </p:grpSp>
      <p:grpSp>
        <p:nvGrpSpPr>
          <p:cNvPr id="62" name="Grupo 61">
            <a:extLst>
              <a:ext uri="{FF2B5EF4-FFF2-40B4-BE49-F238E27FC236}">
                <a16:creationId xmlns:a16="http://schemas.microsoft.com/office/drawing/2014/main" id="{6B70B1D5-F5F8-429D-818A-E1CFA491E8B4}"/>
              </a:ext>
              <a:ext uri="{C183D7F6-B498-43B3-948B-1728B52AA6E4}">
                <adec:decorative xmlns:adec="http://schemas.microsoft.com/office/drawing/2017/decorative" val="1"/>
              </a:ext>
            </a:extLst>
          </p:cNvPr>
          <p:cNvGrpSpPr/>
          <p:nvPr/>
        </p:nvGrpSpPr>
        <p:grpSpPr>
          <a:xfrm>
            <a:off x="2810778" y="3090121"/>
            <a:ext cx="1386596" cy="544407"/>
            <a:chOff x="2810778" y="3090121"/>
            <a:chExt cx="1386596" cy="544407"/>
          </a:xfrm>
        </p:grpSpPr>
        <p:sp>
          <p:nvSpPr>
            <p:cNvPr id="28" name="Retângulo 27">
              <a:extLst>
                <a:ext uri="{FF2B5EF4-FFF2-40B4-BE49-F238E27FC236}">
                  <a16:creationId xmlns:a16="http://schemas.microsoft.com/office/drawing/2014/main" id="{56964EBE-33D8-40BB-B16A-3066802FB416}"/>
                </a:ext>
              </a:extLst>
            </p:cNvPr>
            <p:cNvSpPr/>
            <p:nvPr/>
          </p:nvSpPr>
          <p:spPr>
            <a:xfrm>
              <a:off x="2810778" y="3090121"/>
              <a:ext cx="1368000" cy="509451"/>
            </a:xfrm>
            <a:prstGeom prst="rect">
              <a:avLst/>
            </a:prstGeom>
            <a:gradFill>
              <a:gsLst>
                <a:gs pos="0">
                  <a:schemeClr val="bg1"/>
                </a:gs>
                <a:gs pos="100000">
                  <a:schemeClr val="bg1">
                    <a:lumMod val="85000"/>
                  </a:schemeClr>
                </a:gs>
              </a:gsLst>
              <a:lin ang="5400000" scaled="0"/>
            </a:gra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prstClr val="black"/>
                  </a:solidFill>
                </a:rPr>
                <a:t>Luiz Guilherme L.</a:t>
              </a:r>
            </a:p>
          </p:txBody>
        </p:sp>
        <p:sp>
          <p:nvSpPr>
            <p:cNvPr id="29" name="Retângulo 28">
              <a:extLst>
                <a:ext uri="{FF2B5EF4-FFF2-40B4-BE49-F238E27FC236}">
                  <a16:creationId xmlns:a16="http://schemas.microsoft.com/office/drawing/2014/main" id="{DCCA4BC2-1846-46B3-9533-96FEFE089BA1}"/>
                </a:ext>
              </a:extLst>
            </p:cNvPr>
            <p:cNvSpPr/>
            <p:nvPr/>
          </p:nvSpPr>
          <p:spPr>
            <a:xfrm>
              <a:off x="2829374"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Tecnologia</a:t>
              </a:r>
            </a:p>
          </p:txBody>
        </p:sp>
      </p:grpSp>
      <p:grpSp>
        <p:nvGrpSpPr>
          <p:cNvPr id="140" name="Grupo 139">
            <a:extLst>
              <a:ext uri="{FF2B5EF4-FFF2-40B4-BE49-F238E27FC236}">
                <a16:creationId xmlns:a16="http://schemas.microsoft.com/office/drawing/2014/main" id="{91583C73-E927-4193-8569-B83152B72606}"/>
              </a:ext>
              <a:ext uri="{C183D7F6-B498-43B3-948B-1728B52AA6E4}">
                <adec:decorative xmlns:adec="http://schemas.microsoft.com/office/drawing/2017/decorative" val="1"/>
              </a:ext>
            </a:extLst>
          </p:cNvPr>
          <p:cNvGrpSpPr/>
          <p:nvPr/>
        </p:nvGrpSpPr>
        <p:grpSpPr>
          <a:xfrm>
            <a:off x="2810778" y="4051495"/>
            <a:ext cx="1386596" cy="498158"/>
            <a:chOff x="2810778" y="4051495"/>
            <a:chExt cx="1386596" cy="498158"/>
          </a:xfrm>
        </p:grpSpPr>
        <p:sp>
          <p:nvSpPr>
            <p:cNvPr id="30" name="Retângulo 29">
              <a:extLst>
                <a:ext uri="{FF2B5EF4-FFF2-40B4-BE49-F238E27FC236}">
                  <a16:creationId xmlns:a16="http://schemas.microsoft.com/office/drawing/2014/main" id="{F2350EF6-B24B-41AA-B3DC-F43A3BC6578A}"/>
                </a:ext>
              </a:extLst>
            </p:cNvPr>
            <p:cNvSpPr/>
            <p:nvPr/>
          </p:nvSpPr>
          <p:spPr>
            <a:xfrm>
              <a:off x="2810778"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a:solidFill>
                    <a:schemeClr val="bg1"/>
                  </a:solidFill>
                </a:rPr>
                <a:t>Marcio </a:t>
              </a:r>
            </a:p>
          </p:txBody>
        </p:sp>
        <p:sp>
          <p:nvSpPr>
            <p:cNvPr id="31" name="Retângulo 30">
              <a:extLst>
                <a:ext uri="{FF2B5EF4-FFF2-40B4-BE49-F238E27FC236}">
                  <a16:creationId xmlns:a16="http://schemas.microsoft.com/office/drawing/2014/main" id="{CCCB8C39-02E6-4BD6-9530-CEB60AE131E0}"/>
                </a:ext>
              </a:extLst>
            </p:cNvPr>
            <p:cNvSpPr/>
            <p:nvPr/>
          </p:nvSpPr>
          <p:spPr>
            <a:xfrm>
              <a:off x="2829374"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69" name="Grupo 68">
            <a:extLst>
              <a:ext uri="{FF2B5EF4-FFF2-40B4-BE49-F238E27FC236}">
                <a16:creationId xmlns:a16="http://schemas.microsoft.com/office/drawing/2014/main" id="{1D0C17FD-0081-40EF-A9FD-74C7001B881A}"/>
              </a:ext>
              <a:ext uri="{C183D7F6-B498-43B3-948B-1728B52AA6E4}">
                <adec:decorative xmlns:adec="http://schemas.microsoft.com/office/drawing/2017/decorative" val="1"/>
              </a:ext>
            </a:extLst>
          </p:cNvPr>
          <p:cNvGrpSpPr/>
          <p:nvPr/>
        </p:nvGrpSpPr>
        <p:grpSpPr>
          <a:xfrm>
            <a:off x="4544127" y="3090121"/>
            <a:ext cx="1388313" cy="544407"/>
            <a:chOff x="4544127" y="3090121"/>
            <a:chExt cx="1388313" cy="544407"/>
          </a:xfrm>
        </p:grpSpPr>
        <p:sp>
          <p:nvSpPr>
            <p:cNvPr id="32" name="Retângulo 31">
              <a:extLst>
                <a:ext uri="{FF2B5EF4-FFF2-40B4-BE49-F238E27FC236}">
                  <a16:creationId xmlns:a16="http://schemas.microsoft.com/office/drawing/2014/main" id="{889D3686-F316-4353-8E34-486E47731DEA}"/>
                </a:ext>
              </a:extLst>
            </p:cNvPr>
            <p:cNvSpPr/>
            <p:nvPr/>
          </p:nvSpPr>
          <p:spPr>
            <a:xfrm>
              <a:off x="4544127" y="3090121"/>
              <a:ext cx="1368000" cy="509451"/>
            </a:xfrm>
            <a:prstGeom prst="rect">
              <a:avLst/>
            </a:prstGeom>
            <a:solidFill>
              <a:schemeClr val="bg1"/>
            </a:soli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Marcio </a:t>
              </a:r>
            </a:p>
          </p:txBody>
        </p:sp>
        <p:sp>
          <p:nvSpPr>
            <p:cNvPr id="33" name="Retângulo 32">
              <a:extLst>
                <a:ext uri="{FF2B5EF4-FFF2-40B4-BE49-F238E27FC236}">
                  <a16:creationId xmlns:a16="http://schemas.microsoft.com/office/drawing/2014/main" id="{59BC051C-564D-4692-A9F7-7318F9F117E2}"/>
                </a:ext>
              </a:extLst>
            </p:cNvPr>
            <p:cNvSpPr/>
            <p:nvPr/>
          </p:nvSpPr>
          <p:spPr>
            <a:xfrm>
              <a:off x="4564440"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Operações</a:t>
              </a:r>
            </a:p>
          </p:txBody>
        </p:sp>
      </p:grpSp>
      <p:grpSp>
        <p:nvGrpSpPr>
          <p:cNvPr id="143" name="Grupo 142">
            <a:extLst>
              <a:ext uri="{FF2B5EF4-FFF2-40B4-BE49-F238E27FC236}">
                <a16:creationId xmlns:a16="http://schemas.microsoft.com/office/drawing/2014/main" id="{A7FDD8A7-CFFE-444B-B060-3135DC79A035}"/>
              </a:ext>
              <a:ext uri="{C183D7F6-B498-43B3-948B-1728B52AA6E4}">
                <adec:decorative xmlns:adec="http://schemas.microsoft.com/office/drawing/2017/decorative" val="1"/>
              </a:ext>
            </a:extLst>
          </p:cNvPr>
          <p:cNvGrpSpPr/>
          <p:nvPr/>
        </p:nvGrpSpPr>
        <p:grpSpPr>
          <a:xfrm>
            <a:off x="4544127" y="4051495"/>
            <a:ext cx="1388313" cy="498158"/>
            <a:chOff x="4544127" y="4051495"/>
            <a:chExt cx="1388313" cy="498158"/>
          </a:xfrm>
        </p:grpSpPr>
        <p:sp>
          <p:nvSpPr>
            <p:cNvPr id="34" name="Retângulo 33">
              <a:extLst>
                <a:ext uri="{FF2B5EF4-FFF2-40B4-BE49-F238E27FC236}">
                  <a16:creationId xmlns:a16="http://schemas.microsoft.com/office/drawing/2014/main" id="{D40A1091-7963-4FCA-B6AC-CF2BAC353AB4}"/>
                </a:ext>
              </a:extLst>
            </p:cNvPr>
            <p:cNvSpPr/>
            <p:nvPr/>
          </p:nvSpPr>
          <p:spPr>
            <a:xfrm>
              <a:off x="4544127"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endParaRPr lang="pt-BR" sz="800" dirty="0">
                <a:solidFill>
                  <a:schemeClr val="bg1"/>
                </a:solidFill>
              </a:endParaRPr>
            </a:p>
          </p:txBody>
        </p:sp>
        <p:sp>
          <p:nvSpPr>
            <p:cNvPr id="35" name="Retângulo 34">
              <a:extLst>
                <a:ext uri="{FF2B5EF4-FFF2-40B4-BE49-F238E27FC236}">
                  <a16:creationId xmlns:a16="http://schemas.microsoft.com/office/drawing/2014/main" id="{2B15FDBC-A1A2-4EF5-8C71-FAA9372402A8}"/>
                </a:ext>
              </a:extLst>
            </p:cNvPr>
            <p:cNvSpPr/>
            <p:nvPr/>
          </p:nvSpPr>
          <p:spPr>
            <a:xfrm>
              <a:off x="4564440"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Instalações</a:t>
              </a:r>
            </a:p>
          </p:txBody>
        </p:sp>
      </p:grpSp>
      <p:grpSp>
        <p:nvGrpSpPr>
          <p:cNvPr id="72" name="Grupo 71">
            <a:extLst>
              <a:ext uri="{FF2B5EF4-FFF2-40B4-BE49-F238E27FC236}">
                <a16:creationId xmlns:a16="http://schemas.microsoft.com/office/drawing/2014/main" id="{86A6D505-4CAD-4827-A8B4-1F7AC0D804FA}"/>
              </a:ext>
              <a:ext uri="{C183D7F6-B498-43B3-948B-1728B52AA6E4}">
                <adec:decorative xmlns:adec="http://schemas.microsoft.com/office/drawing/2017/decorative" val="1"/>
              </a:ext>
            </a:extLst>
          </p:cNvPr>
          <p:cNvGrpSpPr/>
          <p:nvPr/>
        </p:nvGrpSpPr>
        <p:grpSpPr>
          <a:xfrm>
            <a:off x="6277476" y="3090121"/>
            <a:ext cx="1389615" cy="544407"/>
            <a:chOff x="6277476" y="3090121"/>
            <a:chExt cx="1389615" cy="544407"/>
          </a:xfrm>
        </p:grpSpPr>
        <p:sp>
          <p:nvSpPr>
            <p:cNvPr id="36" name="Retângulo 35">
              <a:extLst>
                <a:ext uri="{FF2B5EF4-FFF2-40B4-BE49-F238E27FC236}">
                  <a16:creationId xmlns:a16="http://schemas.microsoft.com/office/drawing/2014/main" id="{7680BFC0-C377-43B7-B23F-4331CD268525}"/>
                </a:ext>
              </a:extLst>
            </p:cNvPr>
            <p:cNvSpPr/>
            <p:nvPr/>
          </p:nvSpPr>
          <p:spPr>
            <a:xfrm>
              <a:off x="6277476" y="3090121"/>
              <a:ext cx="1368000" cy="509451"/>
            </a:xfrm>
            <a:prstGeom prst="rect">
              <a:avLst/>
            </a:prstGeom>
            <a:solidFill>
              <a:schemeClr val="bg1"/>
            </a:soli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Luiz Guilherme L.</a:t>
              </a:r>
            </a:p>
          </p:txBody>
        </p:sp>
        <p:sp>
          <p:nvSpPr>
            <p:cNvPr id="37" name="Retângulo 36">
              <a:extLst>
                <a:ext uri="{FF2B5EF4-FFF2-40B4-BE49-F238E27FC236}">
                  <a16:creationId xmlns:a16="http://schemas.microsoft.com/office/drawing/2014/main" id="{69AD1D87-4B90-4FEC-8865-92DD51544D7D}"/>
                </a:ext>
              </a:extLst>
            </p:cNvPr>
            <p:cNvSpPr/>
            <p:nvPr/>
          </p:nvSpPr>
          <p:spPr>
            <a:xfrm>
              <a:off x="6299091" y="3526528"/>
              <a:ext cx="1368000" cy="108000"/>
            </a:xfrm>
            <a:prstGeom prst="rect">
              <a:avLst/>
            </a:prstGeom>
            <a:solidFill>
              <a:schemeClr val="accent6">
                <a:lumMod val="50000"/>
              </a:schemeClr>
            </a:solidFill>
            <a:ln>
              <a:noFill/>
            </a:ln>
            <a:effectLst>
              <a:glow rad="254000">
                <a:schemeClr val="accent6">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Marketing</a:t>
              </a:r>
            </a:p>
          </p:txBody>
        </p:sp>
      </p:grpSp>
      <p:grpSp>
        <p:nvGrpSpPr>
          <p:cNvPr id="144" name="Grupo 143">
            <a:extLst>
              <a:ext uri="{FF2B5EF4-FFF2-40B4-BE49-F238E27FC236}">
                <a16:creationId xmlns:a16="http://schemas.microsoft.com/office/drawing/2014/main" id="{04579025-F527-4A55-A6B5-338B383A1A74}"/>
              </a:ext>
              <a:ext uri="{C183D7F6-B498-43B3-948B-1728B52AA6E4}">
                <adec:decorative xmlns:adec="http://schemas.microsoft.com/office/drawing/2017/decorative" val="1"/>
              </a:ext>
            </a:extLst>
          </p:cNvPr>
          <p:cNvGrpSpPr/>
          <p:nvPr/>
        </p:nvGrpSpPr>
        <p:grpSpPr>
          <a:xfrm>
            <a:off x="6277476" y="4051495"/>
            <a:ext cx="1386440" cy="498158"/>
            <a:chOff x="6277476" y="4051495"/>
            <a:chExt cx="1386440" cy="498158"/>
          </a:xfrm>
        </p:grpSpPr>
        <p:sp>
          <p:nvSpPr>
            <p:cNvPr id="38" name="Retângulo 37">
              <a:extLst>
                <a:ext uri="{FF2B5EF4-FFF2-40B4-BE49-F238E27FC236}">
                  <a16:creationId xmlns:a16="http://schemas.microsoft.com/office/drawing/2014/main" id="{C272C496-4A46-4123-A5F8-40592F71F89A}"/>
                </a:ext>
              </a:extLst>
            </p:cNvPr>
            <p:cNvSpPr/>
            <p:nvPr/>
          </p:nvSpPr>
          <p:spPr>
            <a:xfrm>
              <a:off x="6277476" y="4051495"/>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APRIL HANSSON</a:t>
              </a:r>
            </a:p>
          </p:txBody>
        </p:sp>
        <p:sp>
          <p:nvSpPr>
            <p:cNvPr id="39" name="Retângulo 38">
              <a:extLst>
                <a:ext uri="{FF2B5EF4-FFF2-40B4-BE49-F238E27FC236}">
                  <a16:creationId xmlns:a16="http://schemas.microsoft.com/office/drawing/2014/main" id="{C0583B2E-1A07-48B4-8107-B43A7385C451}"/>
                </a:ext>
              </a:extLst>
            </p:cNvPr>
            <p:cNvSpPr/>
            <p:nvPr/>
          </p:nvSpPr>
          <p:spPr>
            <a:xfrm>
              <a:off x="6295916"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Gerente de Projetos</a:t>
              </a:r>
            </a:p>
          </p:txBody>
        </p:sp>
      </p:grpSp>
      <p:grpSp>
        <p:nvGrpSpPr>
          <p:cNvPr id="90" name="Grupo 89">
            <a:extLst>
              <a:ext uri="{FF2B5EF4-FFF2-40B4-BE49-F238E27FC236}">
                <a16:creationId xmlns:a16="http://schemas.microsoft.com/office/drawing/2014/main" id="{E4B64F0C-D8B5-4B34-A22A-D85D0F7D2F51}"/>
              </a:ext>
              <a:ext uri="{C183D7F6-B498-43B3-948B-1728B52AA6E4}">
                <adec:decorative xmlns:adec="http://schemas.microsoft.com/office/drawing/2017/decorative" val="1"/>
              </a:ext>
            </a:extLst>
          </p:cNvPr>
          <p:cNvGrpSpPr/>
          <p:nvPr/>
        </p:nvGrpSpPr>
        <p:grpSpPr>
          <a:xfrm>
            <a:off x="8010825" y="3090121"/>
            <a:ext cx="1386544" cy="544407"/>
            <a:chOff x="8010825" y="3090121"/>
            <a:chExt cx="1386544" cy="544407"/>
          </a:xfrm>
        </p:grpSpPr>
        <p:sp>
          <p:nvSpPr>
            <p:cNvPr id="40" name="Retângulo 39">
              <a:extLst>
                <a:ext uri="{FF2B5EF4-FFF2-40B4-BE49-F238E27FC236}">
                  <a16:creationId xmlns:a16="http://schemas.microsoft.com/office/drawing/2014/main" id="{FDBD7287-E572-4289-A072-B39B574151C1}"/>
                </a:ext>
              </a:extLst>
            </p:cNvPr>
            <p:cNvSpPr/>
            <p:nvPr/>
          </p:nvSpPr>
          <p:spPr>
            <a:xfrm>
              <a:off x="8010825" y="3090121"/>
              <a:ext cx="1368000" cy="509451"/>
            </a:xfrm>
            <a:prstGeom prst="rect">
              <a:avLst/>
            </a:prstGeom>
            <a:gradFill>
              <a:gsLst>
                <a:gs pos="0">
                  <a:schemeClr val="bg1"/>
                </a:gs>
                <a:gs pos="100000">
                  <a:schemeClr val="bg1">
                    <a:lumMod val="85000"/>
                  </a:schemeClr>
                </a:gs>
              </a:gsLst>
              <a:lin ang="5400000" scaled="0"/>
            </a:gradFill>
            <a:ln w="3175">
              <a:solidFill>
                <a:schemeClr val="bg1">
                  <a:lumMod val="85000"/>
                </a:schemeClr>
              </a:solidFill>
            </a:ln>
            <a:effectLst/>
            <a:scene3d>
              <a:camera prst="obliqueTopLeft"/>
              <a:lightRig rig="soft" dir="t"/>
            </a:scene3d>
            <a:sp3d extrusionH="1905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Peres </a:t>
              </a:r>
            </a:p>
          </p:txBody>
        </p:sp>
        <p:sp>
          <p:nvSpPr>
            <p:cNvPr id="41" name="Retângulo 40">
              <a:extLst>
                <a:ext uri="{FF2B5EF4-FFF2-40B4-BE49-F238E27FC236}">
                  <a16:creationId xmlns:a16="http://schemas.microsoft.com/office/drawing/2014/main" id="{B90170B1-F933-4621-B15D-52CA42553300}"/>
                </a:ext>
              </a:extLst>
            </p:cNvPr>
            <p:cNvSpPr/>
            <p:nvPr/>
          </p:nvSpPr>
          <p:spPr>
            <a:xfrm>
              <a:off x="8029369" y="3526528"/>
              <a:ext cx="1368000" cy="108000"/>
            </a:xfrm>
            <a:prstGeom prst="rect">
              <a:avLst/>
            </a:prstGeom>
            <a:solidFill>
              <a:schemeClr val="accent6">
                <a:lumMod val="50000"/>
              </a:schemeClr>
            </a:solidFill>
            <a:ln>
              <a:noFill/>
            </a:ln>
            <a:effectLst>
              <a:glow rad="254000">
                <a:schemeClr val="accent6">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VP produção</a:t>
              </a:r>
            </a:p>
          </p:txBody>
        </p:sp>
      </p:grpSp>
      <p:grpSp>
        <p:nvGrpSpPr>
          <p:cNvPr id="145" name="Grupo 144">
            <a:extLst>
              <a:ext uri="{FF2B5EF4-FFF2-40B4-BE49-F238E27FC236}">
                <a16:creationId xmlns:a16="http://schemas.microsoft.com/office/drawing/2014/main" id="{95741A74-6DB1-40BD-9452-1999AAD4800C}"/>
              </a:ext>
              <a:ext uri="{C183D7F6-B498-43B3-948B-1728B52AA6E4}">
                <adec:decorative xmlns:adec="http://schemas.microsoft.com/office/drawing/2017/decorative" val="1"/>
              </a:ext>
            </a:extLst>
          </p:cNvPr>
          <p:cNvGrpSpPr/>
          <p:nvPr/>
        </p:nvGrpSpPr>
        <p:grpSpPr>
          <a:xfrm>
            <a:off x="7996029" y="4051495"/>
            <a:ext cx="1386733" cy="498158"/>
            <a:chOff x="7996029" y="4051495"/>
            <a:chExt cx="1386733" cy="498158"/>
          </a:xfrm>
        </p:grpSpPr>
        <p:sp>
          <p:nvSpPr>
            <p:cNvPr id="42" name="Retângulo 41">
              <a:extLst>
                <a:ext uri="{FF2B5EF4-FFF2-40B4-BE49-F238E27FC236}">
                  <a16:creationId xmlns:a16="http://schemas.microsoft.com/office/drawing/2014/main" id="{FF9EF12D-D119-41E7-90F8-A9AB35D26DCB}"/>
                </a:ext>
              </a:extLst>
            </p:cNvPr>
            <p:cNvSpPr/>
            <p:nvPr/>
          </p:nvSpPr>
          <p:spPr>
            <a:xfrm>
              <a:off x="7996029" y="4051495"/>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JENS MARTENSSON</a:t>
              </a:r>
            </a:p>
          </p:txBody>
        </p:sp>
        <p:sp>
          <p:nvSpPr>
            <p:cNvPr id="43" name="Retângulo 42">
              <a:extLst>
                <a:ext uri="{FF2B5EF4-FFF2-40B4-BE49-F238E27FC236}">
                  <a16:creationId xmlns:a16="http://schemas.microsoft.com/office/drawing/2014/main" id="{35581420-027B-4CC3-91B9-A4B8D2A8A4AA}"/>
                </a:ext>
              </a:extLst>
            </p:cNvPr>
            <p:cNvSpPr/>
            <p:nvPr/>
          </p:nvSpPr>
          <p:spPr>
            <a:xfrm>
              <a:off x="8014762"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grpSp>
        <p:nvGrpSpPr>
          <p:cNvPr id="89" name="Grupo 88">
            <a:extLst>
              <a:ext uri="{FF2B5EF4-FFF2-40B4-BE49-F238E27FC236}">
                <a16:creationId xmlns:a16="http://schemas.microsoft.com/office/drawing/2014/main" id="{484B9E92-D14A-4F75-88C6-459716737C4A}"/>
              </a:ext>
              <a:ext uri="{C183D7F6-B498-43B3-948B-1728B52AA6E4}">
                <adec:decorative xmlns:adec="http://schemas.microsoft.com/office/drawing/2017/decorative" val="1"/>
              </a:ext>
            </a:extLst>
          </p:cNvPr>
          <p:cNvGrpSpPr/>
          <p:nvPr/>
        </p:nvGrpSpPr>
        <p:grpSpPr>
          <a:xfrm>
            <a:off x="9744174" y="3090121"/>
            <a:ext cx="1387558" cy="544407"/>
            <a:chOff x="9744174" y="3090121"/>
            <a:chExt cx="1387558" cy="544407"/>
          </a:xfrm>
        </p:grpSpPr>
        <p:sp>
          <p:nvSpPr>
            <p:cNvPr id="44" name="Retângulo 43">
              <a:extLst>
                <a:ext uri="{FF2B5EF4-FFF2-40B4-BE49-F238E27FC236}">
                  <a16:creationId xmlns:a16="http://schemas.microsoft.com/office/drawing/2014/main" id="{AD59A8A5-B7C2-4281-BC49-3B1FBAB6F7EA}"/>
                </a:ext>
              </a:extLst>
            </p:cNvPr>
            <p:cNvSpPr/>
            <p:nvPr/>
          </p:nvSpPr>
          <p:spPr>
            <a:xfrm>
              <a:off x="9744174" y="3090121"/>
              <a:ext cx="1368000" cy="509451"/>
            </a:xfrm>
            <a:prstGeom prst="rect">
              <a:avLst/>
            </a:prstGeom>
            <a:gradFill>
              <a:gsLst>
                <a:gs pos="0">
                  <a:schemeClr val="bg1"/>
                </a:gs>
                <a:gs pos="100000">
                  <a:schemeClr val="bg1">
                    <a:lumMod val="85000"/>
                  </a:schemeClr>
                </a:gs>
              </a:gsLst>
              <a:lin ang="5400000" scaled="0"/>
            </a:gradFill>
            <a:ln w="3175">
              <a:solidFill>
                <a:schemeClr val="bg1">
                  <a:lumMod val="85000"/>
                </a:schemeClr>
              </a:solidFill>
            </a:ln>
            <a:effectLst/>
            <a:scene3d>
              <a:camera prst="obliqueTopLeft"/>
              <a:lightRig rig="soft" dir="t"/>
            </a:scene3d>
            <a:sp3d extrusionH="1905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000" tIns="5715" rIns="72000" bIns="54011" numCol="1" spcCol="1270" rtlCol="0" anchor="ctr" anchorCtr="0">
              <a:noAutofit/>
              <a:flatTx/>
            </a:bodyPr>
            <a:lstStyle/>
            <a:p>
              <a:pPr marL="0" lvl="0" indent="0" algn="ctr" defTabSz="400050" rtl="0">
                <a:lnSpc>
                  <a:spcPct val="90000"/>
                </a:lnSpc>
                <a:spcBef>
                  <a:spcPct val="0"/>
                </a:spcBef>
                <a:spcAft>
                  <a:spcPct val="35000"/>
                </a:spcAft>
                <a:buNone/>
              </a:pPr>
              <a:r>
                <a:rPr lang="pt-BR" sz="800" kern="1200" dirty="0">
                  <a:solidFill>
                    <a:schemeClr val="tx1"/>
                  </a:solidFill>
                </a:rPr>
                <a:t>Irene Lobo </a:t>
              </a:r>
            </a:p>
          </p:txBody>
        </p:sp>
        <p:sp>
          <p:nvSpPr>
            <p:cNvPr id="45" name="Retângulo 44">
              <a:extLst>
                <a:ext uri="{FF2B5EF4-FFF2-40B4-BE49-F238E27FC236}">
                  <a16:creationId xmlns:a16="http://schemas.microsoft.com/office/drawing/2014/main" id="{706FC325-8328-441D-A7A0-0325372DC7CD}"/>
                </a:ext>
              </a:extLst>
            </p:cNvPr>
            <p:cNvSpPr/>
            <p:nvPr/>
          </p:nvSpPr>
          <p:spPr>
            <a:xfrm>
              <a:off x="9763732" y="3526528"/>
              <a:ext cx="1368000" cy="108000"/>
            </a:xfrm>
            <a:prstGeom prst="rect">
              <a:avLst/>
            </a:prstGeom>
            <a:solidFill>
              <a:schemeClr val="accent3">
                <a:lumMod val="50000"/>
              </a:schemeClr>
            </a:solidFill>
            <a:ln>
              <a:noFill/>
            </a:ln>
            <a:effectLst>
              <a:glow rad="254000">
                <a:schemeClr val="accent3">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VP Transporte</a:t>
              </a:r>
            </a:p>
          </p:txBody>
        </p:sp>
      </p:grpSp>
      <p:grpSp>
        <p:nvGrpSpPr>
          <p:cNvPr id="148" name="Grupo 147">
            <a:extLst>
              <a:ext uri="{FF2B5EF4-FFF2-40B4-BE49-F238E27FC236}">
                <a16:creationId xmlns:a16="http://schemas.microsoft.com/office/drawing/2014/main" id="{D9FD4753-DC7F-493C-BE0B-6373C7C76B28}"/>
              </a:ext>
              <a:ext uri="{C183D7F6-B498-43B3-948B-1728B52AA6E4}">
                <adec:decorative xmlns:adec="http://schemas.microsoft.com/office/drawing/2017/decorative" val="1"/>
              </a:ext>
            </a:extLst>
          </p:cNvPr>
          <p:cNvGrpSpPr/>
          <p:nvPr/>
        </p:nvGrpSpPr>
        <p:grpSpPr>
          <a:xfrm>
            <a:off x="9744174" y="4051495"/>
            <a:ext cx="1387558" cy="498158"/>
            <a:chOff x="9744174" y="4051495"/>
            <a:chExt cx="1387558" cy="498158"/>
          </a:xfrm>
        </p:grpSpPr>
        <p:sp>
          <p:nvSpPr>
            <p:cNvPr id="46" name="Retângulo 45">
              <a:extLst>
                <a:ext uri="{FF2B5EF4-FFF2-40B4-BE49-F238E27FC236}">
                  <a16:creationId xmlns:a16="http://schemas.microsoft.com/office/drawing/2014/main" id="{69BC14A2-DB10-4691-83A0-958F175A562C}"/>
                </a:ext>
              </a:extLst>
            </p:cNvPr>
            <p:cNvSpPr/>
            <p:nvPr/>
          </p:nvSpPr>
          <p:spPr>
            <a:xfrm>
              <a:off x="9744174" y="4051495"/>
              <a:ext cx="1368000" cy="479160"/>
            </a:xfrm>
            <a:prstGeom prst="rect">
              <a:avLst/>
            </a:prstGeom>
            <a:solidFill>
              <a:schemeClr val="accent3">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ANGELICA HANSSON</a:t>
              </a:r>
            </a:p>
          </p:txBody>
        </p:sp>
        <p:sp>
          <p:nvSpPr>
            <p:cNvPr id="47" name="Retângulo 46">
              <a:extLst>
                <a:ext uri="{FF2B5EF4-FFF2-40B4-BE49-F238E27FC236}">
                  <a16:creationId xmlns:a16="http://schemas.microsoft.com/office/drawing/2014/main" id="{40819124-A8DB-415A-8AA5-9DB14B8A4EFC}"/>
                </a:ext>
              </a:extLst>
            </p:cNvPr>
            <p:cNvSpPr/>
            <p:nvPr/>
          </p:nvSpPr>
          <p:spPr>
            <a:xfrm>
              <a:off x="9763732"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Despacho</a:t>
              </a:r>
            </a:p>
          </p:txBody>
        </p:sp>
      </p:grpSp>
      <p:grpSp>
        <p:nvGrpSpPr>
          <p:cNvPr id="91" name="Grupo 90">
            <a:extLst>
              <a:ext uri="{FF2B5EF4-FFF2-40B4-BE49-F238E27FC236}">
                <a16:creationId xmlns:a16="http://schemas.microsoft.com/office/drawing/2014/main" id="{279F32E5-94F0-43DF-8EB6-84CFB7684F0C}"/>
              </a:ext>
              <a:ext uri="{C183D7F6-B498-43B3-948B-1728B52AA6E4}">
                <adec:decorative xmlns:adec="http://schemas.microsoft.com/office/drawing/2017/decorative" val="1"/>
              </a:ext>
            </a:extLst>
          </p:cNvPr>
          <p:cNvGrpSpPr/>
          <p:nvPr/>
        </p:nvGrpSpPr>
        <p:grpSpPr>
          <a:xfrm>
            <a:off x="3733479" y="2003075"/>
            <a:ext cx="1368000" cy="511431"/>
            <a:chOff x="3733479" y="2003075"/>
            <a:chExt cx="1368000" cy="511431"/>
          </a:xfrm>
        </p:grpSpPr>
        <p:sp>
          <p:nvSpPr>
            <p:cNvPr id="48" name="Retângulo 47">
              <a:extLst>
                <a:ext uri="{FF2B5EF4-FFF2-40B4-BE49-F238E27FC236}">
                  <a16:creationId xmlns:a16="http://schemas.microsoft.com/office/drawing/2014/main" id="{8D3BF366-C6D6-4588-8DC7-E9D4BF741B5D}"/>
                </a:ext>
              </a:extLst>
            </p:cNvPr>
            <p:cNvSpPr/>
            <p:nvPr/>
          </p:nvSpPr>
          <p:spPr>
            <a:xfrm>
              <a:off x="3733479" y="2003075"/>
              <a:ext cx="1368000" cy="509451"/>
            </a:xfrm>
            <a:prstGeom prst="rect">
              <a:avLst/>
            </a:prstGeom>
            <a:solidFill>
              <a:schemeClr val="bg1"/>
            </a:solidFill>
            <a:ln w="12700"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5715" tIns="5715" rIns="5715" bIns="54011" numCol="1" spcCol="1270" rtlCol="0" anchor="ctr" anchorCtr="0">
              <a:noAutofit/>
              <a:flatTx/>
            </a:bodyPr>
            <a:lstStyle/>
            <a:p>
              <a:pPr algn="ctr" defTabSz="400050" rtl="0">
                <a:lnSpc>
                  <a:spcPct val="90000"/>
                </a:lnSpc>
                <a:spcBef>
                  <a:spcPct val="0"/>
                </a:spcBef>
                <a:spcAft>
                  <a:spcPct val="35000"/>
                </a:spcAft>
              </a:pPr>
              <a:r>
                <a:rPr lang="pt-BR" sz="800">
                  <a:solidFill>
                    <a:schemeClr val="tx1"/>
                  </a:solidFill>
                </a:rPr>
                <a:t>VICTORIA LINDQVIST</a:t>
              </a:r>
            </a:p>
          </p:txBody>
        </p:sp>
        <p:sp>
          <p:nvSpPr>
            <p:cNvPr id="49" name="Retângulo 48">
              <a:extLst>
                <a:ext uri="{FF2B5EF4-FFF2-40B4-BE49-F238E27FC236}">
                  <a16:creationId xmlns:a16="http://schemas.microsoft.com/office/drawing/2014/main" id="{F95AFA1E-C54C-4434-8CB7-B301294DBE98}"/>
                </a:ext>
              </a:extLst>
            </p:cNvPr>
            <p:cNvSpPr/>
            <p:nvPr/>
          </p:nvSpPr>
          <p:spPr>
            <a:xfrm>
              <a:off x="3733479" y="2406506"/>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 Assistente</a:t>
              </a:r>
              <a:r>
                <a:rPr lang="pt-BR" sz="800" kern="1200">
                  <a:solidFill>
                    <a:schemeClr val="bg1"/>
                  </a:solidFill>
                  <a:ea typeface="+mn-ea"/>
                  <a:cs typeface="+mn-cs"/>
                </a:rPr>
                <a:t> Executiva</a:t>
              </a:r>
            </a:p>
          </p:txBody>
        </p:sp>
      </p:grpSp>
      <p:cxnSp>
        <p:nvCxnSpPr>
          <p:cNvPr id="3" name="Conector Reto 2" descr="elemento decorativo">
            <a:extLst>
              <a:ext uri="{FF2B5EF4-FFF2-40B4-BE49-F238E27FC236}">
                <a16:creationId xmlns:a16="http://schemas.microsoft.com/office/drawing/2014/main" id="{68933B52-AACC-4940-ABC7-FC6FC0BD52F4}"/>
              </a:ext>
            </a:extLst>
          </p:cNvPr>
          <p:cNvCxnSpPr/>
          <p:nvPr/>
        </p:nvCxnSpPr>
        <p:spPr>
          <a:xfrm>
            <a:off x="1763598"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3" name="Conector Reto 82" descr="elemento decorativo">
            <a:extLst>
              <a:ext uri="{FF2B5EF4-FFF2-40B4-BE49-F238E27FC236}">
                <a16:creationId xmlns:a16="http://schemas.microsoft.com/office/drawing/2014/main" id="{6B7B494C-8888-457E-82D1-32EE6B401023}"/>
              </a:ext>
            </a:extLst>
          </p:cNvPr>
          <p:cNvCxnSpPr/>
          <p:nvPr/>
        </p:nvCxnSpPr>
        <p:spPr>
          <a:xfrm>
            <a:off x="3496536"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4" name="Conector Reto 83" descr="elemento decorativo">
            <a:extLst>
              <a:ext uri="{FF2B5EF4-FFF2-40B4-BE49-F238E27FC236}">
                <a16:creationId xmlns:a16="http://schemas.microsoft.com/office/drawing/2014/main" id="{215A627E-A616-4B35-A822-BCD857D053E8}"/>
              </a:ext>
            </a:extLst>
          </p:cNvPr>
          <p:cNvCxnSpPr/>
          <p:nvPr/>
        </p:nvCxnSpPr>
        <p:spPr>
          <a:xfrm>
            <a:off x="5229474"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5" name="Conector Reto 84" descr="elemento decorativo">
            <a:extLst>
              <a:ext uri="{FF2B5EF4-FFF2-40B4-BE49-F238E27FC236}">
                <a16:creationId xmlns:a16="http://schemas.microsoft.com/office/drawing/2014/main" id="{338A3F58-952C-4C6C-BE73-668B41F8708D}"/>
              </a:ext>
            </a:extLst>
          </p:cNvPr>
          <p:cNvCxnSpPr/>
          <p:nvPr/>
        </p:nvCxnSpPr>
        <p:spPr>
          <a:xfrm>
            <a:off x="6962412"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6" name="Conector Reto 85" descr="elemento decorativo">
            <a:extLst>
              <a:ext uri="{FF2B5EF4-FFF2-40B4-BE49-F238E27FC236}">
                <a16:creationId xmlns:a16="http://schemas.microsoft.com/office/drawing/2014/main" id="{499176F8-BEEF-4A37-97C9-A7E8592211E9}"/>
              </a:ext>
            </a:extLst>
          </p:cNvPr>
          <p:cNvCxnSpPr/>
          <p:nvPr/>
        </p:nvCxnSpPr>
        <p:spPr>
          <a:xfrm>
            <a:off x="8695350"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7" name="Conector Reto 86" descr="elemento decorativo">
            <a:extLst>
              <a:ext uri="{FF2B5EF4-FFF2-40B4-BE49-F238E27FC236}">
                <a16:creationId xmlns:a16="http://schemas.microsoft.com/office/drawing/2014/main" id="{E0A5E395-38A3-4ED8-A1C1-7892BF5B1BE1}"/>
              </a:ext>
            </a:extLst>
          </p:cNvPr>
          <p:cNvCxnSpPr/>
          <p:nvPr/>
        </p:nvCxnSpPr>
        <p:spPr>
          <a:xfrm>
            <a:off x="10428290"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sp>
        <p:nvSpPr>
          <p:cNvPr id="5" name="Oval 4" descr="elemento decorativo">
            <a:extLst>
              <a:ext uri="{FF2B5EF4-FFF2-40B4-BE49-F238E27FC236}">
                <a16:creationId xmlns:a16="http://schemas.microsoft.com/office/drawing/2014/main" id="{FE3B97CC-2A6D-4550-83BF-6DBCDB836162}"/>
              </a:ext>
            </a:extLst>
          </p:cNvPr>
          <p:cNvSpPr/>
          <p:nvPr/>
        </p:nvSpPr>
        <p:spPr>
          <a:xfrm>
            <a:off x="1706391" y="2978990"/>
            <a:ext cx="114414" cy="859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sp>
        <p:nvSpPr>
          <p:cNvPr id="94" name="Oval 93" descr="elemento decorativo">
            <a:extLst>
              <a:ext uri="{FF2B5EF4-FFF2-40B4-BE49-F238E27FC236}">
                <a16:creationId xmlns:a16="http://schemas.microsoft.com/office/drawing/2014/main" id="{BC24AD9F-130E-4ECB-9C70-2B3233EBF4A4}"/>
              </a:ext>
            </a:extLst>
          </p:cNvPr>
          <p:cNvSpPr/>
          <p:nvPr/>
        </p:nvSpPr>
        <p:spPr>
          <a:xfrm>
            <a:off x="10371083" y="2978990"/>
            <a:ext cx="114414" cy="859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grpSp>
        <p:nvGrpSpPr>
          <p:cNvPr id="136" name="Grupo 135">
            <a:extLst>
              <a:ext uri="{FF2B5EF4-FFF2-40B4-BE49-F238E27FC236}">
                <a16:creationId xmlns:a16="http://schemas.microsoft.com/office/drawing/2014/main" id="{FA215D57-115E-4EA6-82EB-CB2CD22D4237}"/>
              </a:ext>
              <a:ext uri="{C183D7F6-B498-43B3-948B-1728B52AA6E4}">
                <adec:decorative xmlns:adec="http://schemas.microsoft.com/office/drawing/2017/decorative" val="1"/>
              </a:ext>
            </a:extLst>
          </p:cNvPr>
          <p:cNvGrpSpPr/>
          <p:nvPr/>
        </p:nvGrpSpPr>
        <p:grpSpPr>
          <a:xfrm>
            <a:off x="5016000" y="1040449"/>
            <a:ext cx="2160000" cy="511431"/>
            <a:chOff x="5016000" y="1040449"/>
            <a:chExt cx="2160000" cy="511431"/>
          </a:xfrm>
        </p:grpSpPr>
        <p:sp>
          <p:nvSpPr>
            <p:cNvPr id="18" name="Retângulo 17">
              <a:extLst>
                <a:ext uri="{FF2B5EF4-FFF2-40B4-BE49-F238E27FC236}">
                  <a16:creationId xmlns:a16="http://schemas.microsoft.com/office/drawing/2014/main" id="{912543CF-3BD4-40B0-BB18-006DCC4331CA}"/>
                </a:ext>
              </a:extLst>
            </p:cNvPr>
            <p:cNvSpPr/>
            <p:nvPr/>
          </p:nvSpPr>
          <p:spPr>
            <a:xfrm>
              <a:off x="5016000" y="1040449"/>
              <a:ext cx="2160000" cy="509451"/>
            </a:xfrm>
            <a:prstGeom prst="rect">
              <a:avLst/>
            </a:prstGeom>
            <a:solidFill>
              <a:schemeClr val="bg1"/>
            </a:solidFill>
            <a:ln w="12700"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5715" tIns="5715" rIns="5715"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Luiz Antônio </a:t>
              </a:r>
            </a:p>
          </p:txBody>
        </p:sp>
        <p:sp>
          <p:nvSpPr>
            <p:cNvPr id="19" name="Retângulo 18">
              <a:extLst>
                <a:ext uri="{FF2B5EF4-FFF2-40B4-BE49-F238E27FC236}">
                  <a16:creationId xmlns:a16="http://schemas.microsoft.com/office/drawing/2014/main" id="{8B9E0DDC-7979-4C1E-B741-9FACE317EF1B}"/>
                </a:ext>
              </a:extLst>
            </p:cNvPr>
            <p:cNvSpPr/>
            <p:nvPr/>
          </p:nvSpPr>
          <p:spPr>
            <a:xfrm>
              <a:off x="5016000" y="1443880"/>
              <a:ext cx="2160000" cy="108000"/>
            </a:xfrm>
            <a:prstGeom prst="rect">
              <a:avLst/>
            </a:prstGeom>
            <a:solidFill>
              <a:schemeClr val="tx2"/>
            </a:solidFill>
            <a:ln w="19050" cap="rnd" cmpd="sng" algn="ctr">
              <a:noFill/>
              <a:prstDash val="solid"/>
            </a:ln>
            <a:effectLst>
              <a:glow rad="254000">
                <a:schemeClr val="accent2">
                  <a:satMod val="175000"/>
                  <a:alpha val="10000"/>
                </a:schemeClr>
              </a:glow>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ea typeface="+mn-ea"/>
                  <a:cs typeface="+mn-cs"/>
                </a:rPr>
                <a:t>Presidente</a:t>
              </a:r>
            </a:p>
          </p:txBody>
        </p:sp>
      </p:grpSp>
      <p:sp>
        <p:nvSpPr>
          <p:cNvPr id="95" name="Oval 94">
            <a:extLst>
              <a:ext uri="{FF2B5EF4-FFF2-40B4-BE49-F238E27FC236}">
                <a16:creationId xmlns:a16="http://schemas.microsoft.com/office/drawing/2014/main" id="{F63E54AC-1CB7-43BF-B0A4-82DE6FEB1664}"/>
              </a:ext>
              <a:ext uri="{C183D7F6-B498-43B3-948B-1728B52AA6E4}">
                <adec:decorative xmlns:adec="http://schemas.microsoft.com/office/drawing/2017/decorative" val="1"/>
              </a:ext>
            </a:extLst>
          </p:cNvPr>
          <p:cNvSpPr/>
          <p:nvPr/>
        </p:nvSpPr>
        <p:spPr>
          <a:xfrm>
            <a:off x="6053020" y="1549900"/>
            <a:ext cx="85961" cy="85961"/>
          </a:xfrm>
          <a:prstGeom prst="ellipse">
            <a:avLst/>
          </a:prstGeom>
          <a:noFill/>
          <a:ln>
            <a:no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cxnSp>
        <p:nvCxnSpPr>
          <p:cNvPr id="7" name="Conector: Ângulo 6" descr="elemento decorativo">
            <a:extLst>
              <a:ext uri="{FF2B5EF4-FFF2-40B4-BE49-F238E27FC236}">
                <a16:creationId xmlns:a16="http://schemas.microsoft.com/office/drawing/2014/main" id="{1C54223A-2F2C-4434-A30B-92D8CEE93CF0}"/>
              </a:ext>
            </a:extLst>
          </p:cNvPr>
          <p:cNvCxnSpPr>
            <a:cxnSpLocks/>
            <a:stCxn id="95" idx="4"/>
            <a:endCxn id="5" idx="0"/>
          </p:cNvCxnSpPr>
          <p:nvPr/>
        </p:nvCxnSpPr>
        <p:spPr>
          <a:xfrm rot="5400000">
            <a:off x="3258236" y="141224"/>
            <a:ext cx="1343129" cy="4332403"/>
          </a:xfrm>
          <a:prstGeom prst="bentConnector3">
            <a:avLst>
              <a:gd name="adj1" fmla="val 88295"/>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6" name="Conector: Ângulo 95" descr="elemento decorativo">
            <a:extLst>
              <a:ext uri="{FF2B5EF4-FFF2-40B4-BE49-F238E27FC236}">
                <a16:creationId xmlns:a16="http://schemas.microsoft.com/office/drawing/2014/main" id="{185DC171-E6CD-4880-8EF4-7E0DB7F6C2B2}"/>
              </a:ext>
            </a:extLst>
          </p:cNvPr>
          <p:cNvCxnSpPr>
            <a:cxnSpLocks/>
            <a:stCxn id="95" idx="4"/>
            <a:endCxn id="94" idx="0"/>
          </p:cNvCxnSpPr>
          <p:nvPr/>
        </p:nvCxnSpPr>
        <p:spPr>
          <a:xfrm rot="16200000" flipH="1">
            <a:off x="7590581" y="141280"/>
            <a:ext cx="1343129" cy="4332289"/>
          </a:xfrm>
          <a:prstGeom prst="bentConnector3">
            <a:avLst>
              <a:gd name="adj1" fmla="val 88295"/>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7" name="Conector Reto 96" descr="elemento decorativo">
            <a:extLst>
              <a:ext uri="{FF2B5EF4-FFF2-40B4-BE49-F238E27FC236}">
                <a16:creationId xmlns:a16="http://schemas.microsoft.com/office/drawing/2014/main" id="{B5956150-D730-4D39-8E56-5123DA7B1791}"/>
              </a:ext>
            </a:extLst>
          </p:cNvPr>
          <p:cNvCxnSpPr>
            <a:cxnSpLocks/>
          </p:cNvCxnSpPr>
          <p:nvPr/>
        </p:nvCxnSpPr>
        <p:spPr>
          <a:xfrm>
            <a:off x="3530861"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8" name="Conector reto 97" descr="elemento decorativo">
            <a:extLst>
              <a:ext uri="{FF2B5EF4-FFF2-40B4-BE49-F238E27FC236}">
                <a16:creationId xmlns:a16="http://schemas.microsoft.com/office/drawing/2014/main" id="{98000C8A-C564-4106-9005-252681A7FDFB}"/>
              </a:ext>
            </a:extLst>
          </p:cNvPr>
          <p:cNvCxnSpPr>
            <a:cxnSpLocks/>
          </p:cNvCxnSpPr>
          <p:nvPr/>
        </p:nvCxnSpPr>
        <p:spPr>
          <a:xfrm>
            <a:off x="5240917"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9" name="Conector Reto 98" descr="elemento decorativo">
            <a:extLst>
              <a:ext uri="{FF2B5EF4-FFF2-40B4-BE49-F238E27FC236}">
                <a16:creationId xmlns:a16="http://schemas.microsoft.com/office/drawing/2014/main" id="{DFAFA2FD-B58C-4CB3-83BF-D7037A44C5EA}"/>
              </a:ext>
            </a:extLst>
          </p:cNvPr>
          <p:cNvCxnSpPr>
            <a:cxnSpLocks/>
          </p:cNvCxnSpPr>
          <p:nvPr/>
        </p:nvCxnSpPr>
        <p:spPr>
          <a:xfrm>
            <a:off x="6950973"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0" name="Conector Reto 99" descr="elemento decorativo">
            <a:extLst>
              <a:ext uri="{FF2B5EF4-FFF2-40B4-BE49-F238E27FC236}">
                <a16:creationId xmlns:a16="http://schemas.microsoft.com/office/drawing/2014/main" id="{92CA40FF-E75F-4233-A382-4E9DE1FACF8D}"/>
              </a:ext>
            </a:extLst>
          </p:cNvPr>
          <p:cNvCxnSpPr>
            <a:cxnSpLocks/>
          </p:cNvCxnSpPr>
          <p:nvPr/>
        </p:nvCxnSpPr>
        <p:spPr>
          <a:xfrm>
            <a:off x="8661029"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4" name="Conector reto 103" descr="elemento decorativo">
            <a:extLst>
              <a:ext uri="{FF2B5EF4-FFF2-40B4-BE49-F238E27FC236}">
                <a16:creationId xmlns:a16="http://schemas.microsoft.com/office/drawing/2014/main" id="{E8574014-9F7A-4AC9-82C3-EE7EF06CAFFE}"/>
              </a:ext>
            </a:extLst>
          </p:cNvPr>
          <p:cNvCxnSpPr>
            <a:cxnSpLocks/>
          </p:cNvCxnSpPr>
          <p:nvPr/>
        </p:nvCxnSpPr>
        <p:spPr>
          <a:xfrm flipH="1">
            <a:off x="5101479" y="2257800"/>
            <a:ext cx="994521" cy="0"/>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707989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bg1">
                <a:lumMod val="95000"/>
              </a:schemeClr>
            </a:gs>
          </a:gsLst>
          <a:lin ang="13500000" scaled="1"/>
          <a:tileRect/>
        </a:gradFill>
        <a:effectLst/>
      </p:bgPr>
    </p:bg>
    <p:spTree>
      <p:nvGrpSpPr>
        <p:cNvPr id="1" name=""/>
        <p:cNvGrpSpPr/>
        <p:nvPr/>
      </p:nvGrpSpPr>
      <p:grpSpPr>
        <a:xfrm>
          <a:off x="0" y="0"/>
          <a:ext cx="0" cy="0"/>
          <a:chOff x="0" y="0"/>
          <a:chExt cx="0" cy="0"/>
        </a:xfrm>
      </p:grpSpPr>
      <p:pic>
        <p:nvPicPr>
          <p:cNvPr id="133" name="Imagem 132" descr="Sombra de fundo">
            <a:extLst>
              <a:ext uri="{FF2B5EF4-FFF2-40B4-BE49-F238E27FC236}">
                <a16:creationId xmlns:a16="http://schemas.microsoft.com/office/drawing/2014/main" id="{4DE6FB9F-89C3-4149-9C4B-8BA9F5CDA2FE}"/>
              </a:ext>
            </a:extLst>
          </p:cNvPr>
          <p:cNvPicPr>
            <a:picLocks noChangeAspect="1"/>
          </p:cNvPicPr>
          <p:nvPr/>
        </p:nvPicPr>
        <p:blipFill>
          <a:blip r:embed="rId3"/>
          <a:stretch>
            <a:fillRect/>
          </a:stretch>
        </p:blipFill>
        <p:spPr>
          <a:xfrm>
            <a:off x="1" y="4982577"/>
            <a:ext cx="12192000" cy="1875423"/>
          </a:xfrm>
          <a:prstGeom prst="rect">
            <a:avLst/>
          </a:prstGeom>
        </p:spPr>
      </p:pic>
      <p:pic>
        <p:nvPicPr>
          <p:cNvPr id="118" name="Imagem 117" descr="Próximo da sombra da base">
            <a:extLst>
              <a:ext uri="{FF2B5EF4-FFF2-40B4-BE49-F238E27FC236}">
                <a16:creationId xmlns:a16="http://schemas.microsoft.com/office/drawing/2014/main" id="{04E5C79A-5F03-432C-A7DD-F56A019FB863}"/>
              </a:ext>
            </a:extLst>
          </p:cNvPr>
          <p:cNvPicPr>
            <a:picLocks noChangeAspect="1"/>
          </p:cNvPicPr>
          <p:nvPr/>
        </p:nvPicPr>
        <p:blipFill>
          <a:blip r:embed="rId4"/>
          <a:stretch>
            <a:fillRect/>
          </a:stretch>
        </p:blipFill>
        <p:spPr>
          <a:xfrm>
            <a:off x="7050499" y="5251063"/>
            <a:ext cx="3314700" cy="952499"/>
          </a:xfrm>
          <a:prstGeom prst="rect">
            <a:avLst/>
          </a:prstGeom>
        </p:spPr>
      </p:pic>
      <p:pic>
        <p:nvPicPr>
          <p:cNvPr id="16" name="Imagem 15" descr="Próximo da sombra da base">
            <a:extLst>
              <a:ext uri="{FF2B5EF4-FFF2-40B4-BE49-F238E27FC236}">
                <a16:creationId xmlns:a16="http://schemas.microsoft.com/office/drawing/2014/main" id="{0A57B658-F220-4FEC-8A15-072CE739D03D}"/>
              </a:ext>
            </a:extLst>
          </p:cNvPr>
          <p:cNvPicPr>
            <a:picLocks noChangeAspect="1"/>
          </p:cNvPicPr>
          <p:nvPr/>
        </p:nvPicPr>
        <p:blipFill>
          <a:blip r:embed="rId4"/>
          <a:stretch>
            <a:fillRect/>
          </a:stretch>
        </p:blipFill>
        <p:spPr>
          <a:xfrm>
            <a:off x="1840684" y="5251063"/>
            <a:ext cx="3314700" cy="952499"/>
          </a:xfrm>
          <a:prstGeom prst="rect">
            <a:avLst/>
          </a:prstGeom>
        </p:spPr>
      </p:pic>
      <p:grpSp>
        <p:nvGrpSpPr>
          <p:cNvPr id="139" name="Grupo 138">
            <a:extLst>
              <a:ext uri="{FF2B5EF4-FFF2-40B4-BE49-F238E27FC236}">
                <a16:creationId xmlns:a16="http://schemas.microsoft.com/office/drawing/2014/main" id="{C2D44B0A-E951-4486-9812-BBF899AB445E}"/>
              </a:ext>
              <a:ext uri="{C183D7F6-B498-43B3-948B-1728B52AA6E4}">
                <adec:decorative xmlns:adec="http://schemas.microsoft.com/office/drawing/2017/decorative" val="1"/>
              </a:ext>
            </a:extLst>
          </p:cNvPr>
          <p:cNvGrpSpPr/>
          <p:nvPr/>
        </p:nvGrpSpPr>
        <p:grpSpPr>
          <a:xfrm>
            <a:off x="1078399" y="4650849"/>
            <a:ext cx="1385981" cy="497472"/>
            <a:chOff x="1078399" y="4650849"/>
            <a:chExt cx="1385981" cy="497472"/>
          </a:xfrm>
        </p:grpSpPr>
        <p:sp>
          <p:nvSpPr>
            <p:cNvPr id="53" name="Retângulo 52">
              <a:extLst>
                <a:ext uri="{FF2B5EF4-FFF2-40B4-BE49-F238E27FC236}">
                  <a16:creationId xmlns:a16="http://schemas.microsoft.com/office/drawing/2014/main" id="{02547EC1-F8D9-472C-AE9B-A7270627D276}"/>
                </a:ext>
              </a:extLst>
            </p:cNvPr>
            <p:cNvSpPr/>
            <p:nvPr/>
          </p:nvSpPr>
          <p:spPr>
            <a:xfrm>
              <a:off x="1078399" y="4650849"/>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a:solidFill>
                    <a:schemeClr val="bg1"/>
                  </a:solidFill>
                </a:rPr>
                <a:t>Marco </a:t>
              </a:r>
              <a:r>
                <a:rPr lang="pt-BR" sz="800" dirty="0" err="1">
                  <a:solidFill>
                    <a:schemeClr val="bg1"/>
                  </a:solidFill>
                </a:rPr>
                <a:t>Aurelio</a:t>
              </a:r>
              <a:endParaRPr lang="pt-BR" sz="800" dirty="0">
                <a:solidFill>
                  <a:schemeClr val="bg1"/>
                </a:solidFill>
              </a:endParaRPr>
            </a:p>
          </p:txBody>
        </p:sp>
        <p:sp>
          <p:nvSpPr>
            <p:cNvPr id="54" name="Retângulo 53">
              <a:extLst>
                <a:ext uri="{FF2B5EF4-FFF2-40B4-BE49-F238E27FC236}">
                  <a16:creationId xmlns:a16="http://schemas.microsoft.com/office/drawing/2014/main" id="{0AE27A7C-3C52-4780-BB11-C860848B3767}"/>
                </a:ext>
              </a:extLst>
            </p:cNvPr>
            <p:cNvSpPr/>
            <p:nvPr/>
          </p:nvSpPr>
          <p:spPr>
            <a:xfrm>
              <a:off x="1096380"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141" name="Grupo 140">
            <a:extLst>
              <a:ext uri="{FF2B5EF4-FFF2-40B4-BE49-F238E27FC236}">
                <a16:creationId xmlns:a16="http://schemas.microsoft.com/office/drawing/2014/main" id="{FD42DA56-8A2C-408F-A1B9-126E3FEBEA3B}"/>
              </a:ext>
              <a:ext uri="{C183D7F6-B498-43B3-948B-1728B52AA6E4}">
                <adec:decorative xmlns:adec="http://schemas.microsoft.com/office/drawing/2017/decorative" val="1"/>
              </a:ext>
            </a:extLst>
          </p:cNvPr>
          <p:cNvGrpSpPr/>
          <p:nvPr/>
        </p:nvGrpSpPr>
        <p:grpSpPr>
          <a:xfrm>
            <a:off x="2810778" y="4650849"/>
            <a:ext cx="1386733" cy="497472"/>
            <a:chOff x="2810778" y="4650849"/>
            <a:chExt cx="1386733" cy="497472"/>
          </a:xfrm>
        </p:grpSpPr>
        <p:sp>
          <p:nvSpPr>
            <p:cNvPr id="55" name="Retângulo 54">
              <a:extLst>
                <a:ext uri="{FF2B5EF4-FFF2-40B4-BE49-F238E27FC236}">
                  <a16:creationId xmlns:a16="http://schemas.microsoft.com/office/drawing/2014/main" id="{20926C4F-20DA-4450-AAC4-623D937CA088}"/>
                </a:ext>
              </a:extLst>
            </p:cNvPr>
            <p:cNvSpPr/>
            <p:nvPr/>
          </p:nvSpPr>
          <p:spPr>
            <a:xfrm>
              <a:off x="2810778" y="4650849"/>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56" name="Retângulo 55">
              <a:extLst>
                <a:ext uri="{FF2B5EF4-FFF2-40B4-BE49-F238E27FC236}">
                  <a16:creationId xmlns:a16="http://schemas.microsoft.com/office/drawing/2014/main" id="{C548BA46-41AC-472A-BD9B-F656467E6F9F}"/>
                </a:ext>
              </a:extLst>
            </p:cNvPr>
            <p:cNvSpPr/>
            <p:nvPr/>
          </p:nvSpPr>
          <p:spPr>
            <a:xfrm>
              <a:off x="2829511"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Instalações</a:t>
              </a:r>
            </a:p>
          </p:txBody>
        </p:sp>
      </p:grpSp>
      <p:grpSp>
        <p:nvGrpSpPr>
          <p:cNvPr id="146" name="Grupo 145">
            <a:extLst>
              <a:ext uri="{FF2B5EF4-FFF2-40B4-BE49-F238E27FC236}">
                <a16:creationId xmlns:a16="http://schemas.microsoft.com/office/drawing/2014/main" id="{CA71374E-55F7-44D5-8300-47A43A41D366}"/>
              </a:ext>
              <a:ext uri="{C183D7F6-B498-43B3-948B-1728B52AA6E4}">
                <adec:decorative xmlns:adec="http://schemas.microsoft.com/office/drawing/2017/decorative" val="1"/>
              </a:ext>
            </a:extLst>
          </p:cNvPr>
          <p:cNvGrpSpPr/>
          <p:nvPr/>
        </p:nvGrpSpPr>
        <p:grpSpPr>
          <a:xfrm>
            <a:off x="7996029" y="4650849"/>
            <a:ext cx="1386733" cy="497472"/>
            <a:chOff x="7996029" y="4650849"/>
            <a:chExt cx="1386733" cy="497472"/>
          </a:xfrm>
        </p:grpSpPr>
        <p:sp>
          <p:nvSpPr>
            <p:cNvPr id="59" name="Retângulo 58">
              <a:extLst>
                <a:ext uri="{FF2B5EF4-FFF2-40B4-BE49-F238E27FC236}">
                  <a16:creationId xmlns:a16="http://schemas.microsoft.com/office/drawing/2014/main" id="{4F99BE8E-1AC9-4D08-9546-F0B4EBD0FC52}"/>
                </a:ext>
              </a:extLst>
            </p:cNvPr>
            <p:cNvSpPr/>
            <p:nvPr/>
          </p:nvSpPr>
          <p:spPr>
            <a:xfrm>
              <a:off x="7996029" y="4650849"/>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ALEXANDER MARTENSSON</a:t>
              </a:r>
            </a:p>
          </p:txBody>
        </p:sp>
        <p:sp>
          <p:nvSpPr>
            <p:cNvPr id="60" name="Retângulo 59">
              <a:extLst>
                <a:ext uri="{FF2B5EF4-FFF2-40B4-BE49-F238E27FC236}">
                  <a16:creationId xmlns:a16="http://schemas.microsoft.com/office/drawing/2014/main" id="{6F6D2B6F-F2EC-46FE-ADD0-3D0EED1169A8}"/>
                </a:ext>
              </a:extLst>
            </p:cNvPr>
            <p:cNvSpPr/>
            <p:nvPr/>
          </p:nvSpPr>
          <p:spPr>
            <a:xfrm>
              <a:off x="8014762"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grpSp>
        <p:nvGrpSpPr>
          <p:cNvPr id="142" name="Grupo 141">
            <a:extLst>
              <a:ext uri="{FF2B5EF4-FFF2-40B4-BE49-F238E27FC236}">
                <a16:creationId xmlns:a16="http://schemas.microsoft.com/office/drawing/2014/main" id="{F1BB04ED-85B2-403A-9B31-8926EF4BBDFD}"/>
              </a:ext>
              <a:ext uri="{C183D7F6-B498-43B3-948B-1728B52AA6E4}">
                <adec:decorative xmlns:adec="http://schemas.microsoft.com/office/drawing/2017/decorative" val="1"/>
              </a:ext>
            </a:extLst>
          </p:cNvPr>
          <p:cNvGrpSpPr/>
          <p:nvPr/>
        </p:nvGrpSpPr>
        <p:grpSpPr>
          <a:xfrm>
            <a:off x="2810778" y="5250203"/>
            <a:ext cx="1368000" cy="496786"/>
            <a:chOff x="2810778" y="5250203"/>
            <a:chExt cx="1368000" cy="496786"/>
          </a:xfrm>
        </p:grpSpPr>
        <p:sp>
          <p:nvSpPr>
            <p:cNvPr id="64" name="Retângulo 63">
              <a:extLst>
                <a:ext uri="{FF2B5EF4-FFF2-40B4-BE49-F238E27FC236}">
                  <a16:creationId xmlns:a16="http://schemas.microsoft.com/office/drawing/2014/main" id="{444568B4-5335-4A28-A690-400EC1AC1D33}"/>
                </a:ext>
              </a:extLst>
            </p:cNvPr>
            <p:cNvSpPr/>
            <p:nvPr/>
          </p:nvSpPr>
          <p:spPr>
            <a:xfrm>
              <a:off x="2810778" y="5250203"/>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65" name="Retângulo 64">
              <a:extLst>
                <a:ext uri="{FF2B5EF4-FFF2-40B4-BE49-F238E27FC236}">
                  <a16:creationId xmlns:a16="http://schemas.microsoft.com/office/drawing/2014/main" id="{02CF8611-7A05-4FA6-BE18-830B4859ED90}"/>
                </a:ext>
              </a:extLst>
            </p:cNvPr>
            <p:cNvSpPr/>
            <p:nvPr/>
          </p:nvSpPr>
          <p:spPr>
            <a:xfrm>
              <a:off x="2810778" y="5638989"/>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147" name="Grupo 146">
            <a:extLst>
              <a:ext uri="{FF2B5EF4-FFF2-40B4-BE49-F238E27FC236}">
                <a16:creationId xmlns:a16="http://schemas.microsoft.com/office/drawing/2014/main" id="{F7E0ACA6-9062-4440-BA0D-2B51D145EE99}"/>
              </a:ext>
              <a:ext uri="{C183D7F6-B498-43B3-948B-1728B52AA6E4}">
                <adec:decorative xmlns:adec="http://schemas.microsoft.com/office/drawing/2017/decorative" val="1"/>
              </a:ext>
            </a:extLst>
          </p:cNvPr>
          <p:cNvGrpSpPr/>
          <p:nvPr/>
        </p:nvGrpSpPr>
        <p:grpSpPr>
          <a:xfrm>
            <a:off x="7996029" y="5250203"/>
            <a:ext cx="1386733" cy="496786"/>
            <a:chOff x="7996029" y="5250203"/>
            <a:chExt cx="1386733" cy="496786"/>
          </a:xfrm>
        </p:grpSpPr>
        <p:sp>
          <p:nvSpPr>
            <p:cNvPr id="70" name="Retângulo 69">
              <a:extLst>
                <a:ext uri="{FF2B5EF4-FFF2-40B4-BE49-F238E27FC236}">
                  <a16:creationId xmlns:a16="http://schemas.microsoft.com/office/drawing/2014/main" id="{FA245BDF-EEB9-4F6D-9204-400C24431F8A}"/>
                </a:ext>
              </a:extLst>
            </p:cNvPr>
            <p:cNvSpPr/>
            <p:nvPr/>
          </p:nvSpPr>
          <p:spPr>
            <a:xfrm>
              <a:off x="7996029" y="5250203"/>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71" name="Retângulo 70">
              <a:extLst>
                <a:ext uri="{FF2B5EF4-FFF2-40B4-BE49-F238E27FC236}">
                  <a16:creationId xmlns:a16="http://schemas.microsoft.com/office/drawing/2014/main" id="{B361AF93-5B8E-4E66-95D4-AA33AC626391}"/>
                </a:ext>
              </a:extLst>
            </p:cNvPr>
            <p:cNvSpPr/>
            <p:nvPr/>
          </p:nvSpPr>
          <p:spPr>
            <a:xfrm>
              <a:off x="8014762" y="5638989"/>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sp>
        <p:nvSpPr>
          <p:cNvPr id="4" name="Título 3" descr="elemento decorativo"/>
          <p:cNvSpPr>
            <a:spLocks noGrp="1"/>
          </p:cNvSpPr>
          <p:nvPr>
            <p:ph type="title"/>
          </p:nvPr>
        </p:nvSpPr>
        <p:spPr>
          <a:xfrm>
            <a:off x="438586" y="418765"/>
            <a:ext cx="10131425" cy="480424"/>
          </a:xfrm>
        </p:spPr>
        <p:txBody>
          <a:bodyPr rtlCol="0">
            <a:noAutofit/>
          </a:bodyPr>
          <a:lstStyle/>
          <a:p>
            <a:pPr rtl="0"/>
            <a:r>
              <a:rPr lang="pt-BR" sz="2800" dirty="0">
                <a:solidFill>
                  <a:schemeClr val="tx2"/>
                </a:solidFill>
              </a:rPr>
              <a:t>GRÁFICO de organização I.L Almeida Nsl</a:t>
            </a:r>
          </a:p>
        </p:txBody>
      </p:sp>
      <p:sp>
        <p:nvSpPr>
          <p:cNvPr id="74" name="Retângulo 73" descr="elemento decorativo">
            <a:extLst>
              <a:ext uri="{FF2B5EF4-FFF2-40B4-BE49-F238E27FC236}">
                <a16:creationId xmlns:a16="http://schemas.microsoft.com/office/drawing/2014/main" id="{B7966ED9-F744-4C51-AD4E-E4FBE28F0E89}"/>
              </a:ext>
            </a:extLst>
          </p:cNvPr>
          <p:cNvSpPr/>
          <p:nvPr/>
        </p:nvSpPr>
        <p:spPr>
          <a:xfrm>
            <a:off x="1820805" y="6385235"/>
            <a:ext cx="108000" cy="108000"/>
          </a:xfrm>
          <a:prstGeom prst="rect">
            <a:avLst/>
          </a:prstGeom>
          <a:solidFill>
            <a:schemeClr val="accent3">
              <a:lumMod val="50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7" name="Retângulo 76" descr="elemento decorativo">
            <a:extLst>
              <a:ext uri="{FF2B5EF4-FFF2-40B4-BE49-F238E27FC236}">
                <a16:creationId xmlns:a16="http://schemas.microsoft.com/office/drawing/2014/main" id="{4F529341-8FA5-47B2-9E15-194CDF1D9DDA}"/>
              </a:ext>
            </a:extLst>
          </p:cNvPr>
          <p:cNvSpPr/>
          <p:nvPr/>
        </p:nvSpPr>
        <p:spPr>
          <a:xfrm>
            <a:off x="1192782" y="6385235"/>
            <a:ext cx="108000" cy="108000"/>
          </a:xfrm>
          <a:prstGeom prst="rect">
            <a:avLst/>
          </a:prstGeom>
          <a:solidFill>
            <a:schemeClr val="accent6">
              <a:lumMod val="50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8" name="Retângulo 77" descr="elemento decorativo">
            <a:extLst>
              <a:ext uri="{FF2B5EF4-FFF2-40B4-BE49-F238E27FC236}">
                <a16:creationId xmlns:a16="http://schemas.microsoft.com/office/drawing/2014/main" id="{EDFF40B5-1A93-4EDA-B68E-1A9D8E19D605}"/>
              </a:ext>
            </a:extLst>
          </p:cNvPr>
          <p:cNvSpPr/>
          <p:nvPr/>
        </p:nvSpPr>
        <p:spPr>
          <a:xfrm>
            <a:off x="563407" y="6385235"/>
            <a:ext cx="108000" cy="108000"/>
          </a:xfrm>
          <a:prstGeom prst="rect">
            <a:avLst/>
          </a:prstGeom>
          <a:solidFill>
            <a:schemeClr val="accent1">
              <a:lumMod val="75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9" name="Retângulo 78" descr="elemento decorativo">
            <a:extLst>
              <a:ext uri="{FF2B5EF4-FFF2-40B4-BE49-F238E27FC236}">
                <a16:creationId xmlns:a16="http://schemas.microsoft.com/office/drawing/2014/main" id="{BA1E13D3-E68D-46A4-A4EA-68F8BB9B8BDA}"/>
              </a:ext>
            </a:extLst>
          </p:cNvPr>
          <p:cNvSpPr/>
          <p:nvPr/>
        </p:nvSpPr>
        <p:spPr>
          <a:xfrm>
            <a:off x="704347" y="6385235"/>
            <a:ext cx="542435"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Doméstico</a:t>
            </a:r>
          </a:p>
        </p:txBody>
      </p:sp>
      <p:sp>
        <p:nvSpPr>
          <p:cNvPr id="80" name="Retângulo 79" descr="elemento decorativo">
            <a:extLst>
              <a:ext uri="{FF2B5EF4-FFF2-40B4-BE49-F238E27FC236}">
                <a16:creationId xmlns:a16="http://schemas.microsoft.com/office/drawing/2014/main" id="{DBD7CA8D-3635-4C1A-A9A1-D1053B519FF7}"/>
              </a:ext>
            </a:extLst>
          </p:cNvPr>
          <p:cNvSpPr/>
          <p:nvPr/>
        </p:nvSpPr>
        <p:spPr>
          <a:xfrm>
            <a:off x="1335533" y="6385235"/>
            <a:ext cx="486599"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Nacional</a:t>
            </a:r>
          </a:p>
        </p:txBody>
      </p:sp>
      <p:sp>
        <p:nvSpPr>
          <p:cNvPr id="81" name="Retângulo 80" descr="elemento decorativo">
            <a:extLst>
              <a:ext uri="{FF2B5EF4-FFF2-40B4-BE49-F238E27FC236}">
                <a16:creationId xmlns:a16="http://schemas.microsoft.com/office/drawing/2014/main" id="{3A779433-1A34-4B86-ADEE-BBB2F01C2FDA}"/>
              </a:ext>
            </a:extLst>
          </p:cNvPr>
          <p:cNvSpPr/>
          <p:nvPr/>
        </p:nvSpPr>
        <p:spPr>
          <a:xfrm>
            <a:off x="1978420" y="6385235"/>
            <a:ext cx="629350"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Serviços</a:t>
            </a:r>
          </a:p>
        </p:txBody>
      </p:sp>
      <p:grpSp>
        <p:nvGrpSpPr>
          <p:cNvPr id="57" name="Grupo 56">
            <a:extLst>
              <a:ext uri="{FF2B5EF4-FFF2-40B4-BE49-F238E27FC236}">
                <a16:creationId xmlns:a16="http://schemas.microsoft.com/office/drawing/2014/main" id="{D54DA3D9-59D0-4F4F-983C-A76D2B3CC368}"/>
              </a:ext>
              <a:ext uri="{C183D7F6-B498-43B3-948B-1728B52AA6E4}">
                <adec:decorative xmlns:adec="http://schemas.microsoft.com/office/drawing/2017/decorative" val="1"/>
              </a:ext>
            </a:extLst>
          </p:cNvPr>
          <p:cNvGrpSpPr/>
          <p:nvPr/>
        </p:nvGrpSpPr>
        <p:grpSpPr>
          <a:xfrm>
            <a:off x="1077429" y="3090121"/>
            <a:ext cx="1389332" cy="544407"/>
            <a:chOff x="1077429" y="3090121"/>
            <a:chExt cx="1389332" cy="544407"/>
          </a:xfrm>
        </p:grpSpPr>
        <p:sp>
          <p:nvSpPr>
            <p:cNvPr id="20" name="Retângulo 19">
              <a:extLst>
                <a:ext uri="{FF2B5EF4-FFF2-40B4-BE49-F238E27FC236}">
                  <a16:creationId xmlns:a16="http://schemas.microsoft.com/office/drawing/2014/main" id="{0029A321-0399-4DB3-824C-DA4E14750813}"/>
                </a:ext>
              </a:extLst>
            </p:cNvPr>
            <p:cNvSpPr/>
            <p:nvPr/>
          </p:nvSpPr>
          <p:spPr>
            <a:xfrm>
              <a:off x="1077429" y="3090121"/>
              <a:ext cx="1368000" cy="509451"/>
            </a:xfrm>
            <a:prstGeom prst="rect">
              <a:avLst/>
            </a:prstGeom>
            <a:gradFill>
              <a:gsLst>
                <a:gs pos="0">
                  <a:schemeClr val="bg1"/>
                </a:gs>
                <a:gs pos="100000">
                  <a:schemeClr val="bg1">
                    <a:lumMod val="85000"/>
                  </a:schemeClr>
                </a:gs>
              </a:gsLst>
              <a:lin ang="5400000" scaled="0"/>
            </a:gra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prstClr val="black"/>
                  </a:solidFill>
                </a:rPr>
                <a:t>Irene Lobo </a:t>
              </a:r>
            </a:p>
          </p:txBody>
        </p:sp>
        <p:sp>
          <p:nvSpPr>
            <p:cNvPr id="21" name="Retângulo 20">
              <a:extLst>
                <a:ext uri="{FF2B5EF4-FFF2-40B4-BE49-F238E27FC236}">
                  <a16:creationId xmlns:a16="http://schemas.microsoft.com/office/drawing/2014/main" id="{7DE93077-A072-4F71-B4E5-B6914C0904BB}"/>
                </a:ext>
              </a:extLst>
            </p:cNvPr>
            <p:cNvSpPr/>
            <p:nvPr/>
          </p:nvSpPr>
          <p:spPr>
            <a:xfrm>
              <a:off x="1098761"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dirty="0">
                  <a:solidFill>
                    <a:schemeClr val="bg1"/>
                  </a:solidFill>
                </a:rPr>
                <a:t>VP Finanças</a:t>
              </a:r>
            </a:p>
          </p:txBody>
        </p:sp>
      </p:grpSp>
      <p:grpSp>
        <p:nvGrpSpPr>
          <p:cNvPr id="138" name="Grupo 137">
            <a:extLst>
              <a:ext uri="{FF2B5EF4-FFF2-40B4-BE49-F238E27FC236}">
                <a16:creationId xmlns:a16="http://schemas.microsoft.com/office/drawing/2014/main" id="{07C53C7C-9C75-4E6E-9500-2316F030F37D}"/>
              </a:ext>
              <a:ext uri="{C183D7F6-B498-43B3-948B-1728B52AA6E4}">
                <adec:decorative xmlns:adec="http://schemas.microsoft.com/office/drawing/2017/decorative" val="1"/>
              </a:ext>
            </a:extLst>
          </p:cNvPr>
          <p:cNvGrpSpPr/>
          <p:nvPr/>
        </p:nvGrpSpPr>
        <p:grpSpPr>
          <a:xfrm>
            <a:off x="1077429" y="4051495"/>
            <a:ext cx="1386951" cy="498158"/>
            <a:chOff x="1077429" y="4051495"/>
            <a:chExt cx="1386951" cy="498158"/>
          </a:xfrm>
        </p:grpSpPr>
        <p:sp>
          <p:nvSpPr>
            <p:cNvPr id="26" name="Retângulo 25">
              <a:extLst>
                <a:ext uri="{FF2B5EF4-FFF2-40B4-BE49-F238E27FC236}">
                  <a16:creationId xmlns:a16="http://schemas.microsoft.com/office/drawing/2014/main" id="{C528EB85-15F8-42A3-98E3-2D8D1CD414EE}"/>
                </a:ext>
              </a:extLst>
            </p:cNvPr>
            <p:cNvSpPr/>
            <p:nvPr/>
          </p:nvSpPr>
          <p:spPr>
            <a:xfrm>
              <a:off x="1077429"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err="1">
                  <a:solidFill>
                    <a:schemeClr val="bg1"/>
                  </a:solidFill>
                </a:rPr>
                <a:t>Suse</a:t>
              </a:r>
              <a:r>
                <a:rPr lang="pt-BR" sz="800" dirty="0">
                  <a:solidFill>
                    <a:schemeClr val="bg1"/>
                  </a:solidFill>
                </a:rPr>
                <a:t> </a:t>
              </a:r>
            </a:p>
          </p:txBody>
        </p:sp>
        <p:sp>
          <p:nvSpPr>
            <p:cNvPr id="27" name="Retângulo 26">
              <a:extLst>
                <a:ext uri="{FF2B5EF4-FFF2-40B4-BE49-F238E27FC236}">
                  <a16:creationId xmlns:a16="http://schemas.microsoft.com/office/drawing/2014/main" id="{28C6A703-BEF9-4430-ACCD-990190E45411}"/>
                </a:ext>
              </a:extLst>
            </p:cNvPr>
            <p:cNvSpPr/>
            <p:nvPr/>
          </p:nvSpPr>
          <p:spPr>
            <a:xfrm>
              <a:off x="1096380"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Contabilidade</a:t>
              </a:r>
            </a:p>
          </p:txBody>
        </p:sp>
      </p:grpSp>
      <p:grpSp>
        <p:nvGrpSpPr>
          <p:cNvPr id="62" name="Grupo 61">
            <a:extLst>
              <a:ext uri="{FF2B5EF4-FFF2-40B4-BE49-F238E27FC236}">
                <a16:creationId xmlns:a16="http://schemas.microsoft.com/office/drawing/2014/main" id="{6B70B1D5-F5F8-429D-818A-E1CFA491E8B4}"/>
              </a:ext>
              <a:ext uri="{C183D7F6-B498-43B3-948B-1728B52AA6E4}">
                <adec:decorative xmlns:adec="http://schemas.microsoft.com/office/drawing/2017/decorative" val="1"/>
              </a:ext>
            </a:extLst>
          </p:cNvPr>
          <p:cNvGrpSpPr/>
          <p:nvPr/>
        </p:nvGrpSpPr>
        <p:grpSpPr>
          <a:xfrm>
            <a:off x="2810778" y="3090121"/>
            <a:ext cx="1386596" cy="544407"/>
            <a:chOff x="2810778" y="3090121"/>
            <a:chExt cx="1386596" cy="544407"/>
          </a:xfrm>
        </p:grpSpPr>
        <p:sp>
          <p:nvSpPr>
            <p:cNvPr id="28" name="Retângulo 27">
              <a:extLst>
                <a:ext uri="{FF2B5EF4-FFF2-40B4-BE49-F238E27FC236}">
                  <a16:creationId xmlns:a16="http://schemas.microsoft.com/office/drawing/2014/main" id="{56964EBE-33D8-40BB-B16A-3066802FB416}"/>
                </a:ext>
              </a:extLst>
            </p:cNvPr>
            <p:cNvSpPr/>
            <p:nvPr/>
          </p:nvSpPr>
          <p:spPr>
            <a:xfrm>
              <a:off x="2810778" y="3090121"/>
              <a:ext cx="1368000" cy="509451"/>
            </a:xfrm>
            <a:prstGeom prst="rect">
              <a:avLst/>
            </a:prstGeom>
            <a:gradFill>
              <a:gsLst>
                <a:gs pos="0">
                  <a:schemeClr val="bg1"/>
                </a:gs>
                <a:gs pos="100000">
                  <a:schemeClr val="bg1">
                    <a:lumMod val="85000"/>
                  </a:schemeClr>
                </a:gs>
              </a:gsLst>
              <a:lin ang="5400000" scaled="0"/>
            </a:gra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prstClr val="black"/>
                  </a:solidFill>
                </a:rPr>
                <a:t>Luiz Guilherme L.</a:t>
              </a:r>
            </a:p>
          </p:txBody>
        </p:sp>
        <p:sp>
          <p:nvSpPr>
            <p:cNvPr id="29" name="Retângulo 28">
              <a:extLst>
                <a:ext uri="{FF2B5EF4-FFF2-40B4-BE49-F238E27FC236}">
                  <a16:creationId xmlns:a16="http://schemas.microsoft.com/office/drawing/2014/main" id="{DCCA4BC2-1846-46B3-9533-96FEFE089BA1}"/>
                </a:ext>
              </a:extLst>
            </p:cNvPr>
            <p:cNvSpPr/>
            <p:nvPr/>
          </p:nvSpPr>
          <p:spPr>
            <a:xfrm>
              <a:off x="2829374"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Tecnologia</a:t>
              </a:r>
            </a:p>
          </p:txBody>
        </p:sp>
      </p:grpSp>
      <p:grpSp>
        <p:nvGrpSpPr>
          <p:cNvPr id="140" name="Grupo 139">
            <a:extLst>
              <a:ext uri="{FF2B5EF4-FFF2-40B4-BE49-F238E27FC236}">
                <a16:creationId xmlns:a16="http://schemas.microsoft.com/office/drawing/2014/main" id="{91583C73-E927-4193-8569-B83152B72606}"/>
              </a:ext>
              <a:ext uri="{C183D7F6-B498-43B3-948B-1728B52AA6E4}">
                <adec:decorative xmlns:adec="http://schemas.microsoft.com/office/drawing/2017/decorative" val="1"/>
              </a:ext>
            </a:extLst>
          </p:cNvPr>
          <p:cNvGrpSpPr/>
          <p:nvPr/>
        </p:nvGrpSpPr>
        <p:grpSpPr>
          <a:xfrm>
            <a:off x="2810778" y="4051495"/>
            <a:ext cx="1386596" cy="498158"/>
            <a:chOff x="2810778" y="4051495"/>
            <a:chExt cx="1386596" cy="498158"/>
          </a:xfrm>
        </p:grpSpPr>
        <p:sp>
          <p:nvSpPr>
            <p:cNvPr id="30" name="Retângulo 29">
              <a:extLst>
                <a:ext uri="{FF2B5EF4-FFF2-40B4-BE49-F238E27FC236}">
                  <a16:creationId xmlns:a16="http://schemas.microsoft.com/office/drawing/2014/main" id="{F2350EF6-B24B-41AA-B3DC-F43A3BC6578A}"/>
                </a:ext>
              </a:extLst>
            </p:cNvPr>
            <p:cNvSpPr/>
            <p:nvPr/>
          </p:nvSpPr>
          <p:spPr>
            <a:xfrm>
              <a:off x="2810778"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a:solidFill>
                    <a:schemeClr val="bg1"/>
                  </a:solidFill>
                </a:rPr>
                <a:t>Marcio </a:t>
              </a:r>
            </a:p>
          </p:txBody>
        </p:sp>
        <p:sp>
          <p:nvSpPr>
            <p:cNvPr id="31" name="Retângulo 30">
              <a:extLst>
                <a:ext uri="{FF2B5EF4-FFF2-40B4-BE49-F238E27FC236}">
                  <a16:creationId xmlns:a16="http://schemas.microsoft.com/office/drawing/2014/main" id="{CCCB8C39-02E6-4BD6-9530-CEB60AE131E0}"/>
                </a:ext>
              </a:extLst>
            </p:cNvPr>
            <p:cNvSpPr/>
            <p:nvPr/>
          </p:nvSpPr>
          <p:spPr>
            <a:xfrm>
              <a:off x="2829374"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69" name="Grupo 68">
            <a:extLst>
              <a:ext uri="{FF2B5EF4-FFF2-40B4-BE49-F238E27FC236}">
                <a16:creationId xmlns:a16="http://schemas.microsoft.com/office/drawing/2014/main" id="{1D0C17FD-0081-40EF-A9FD-74C7001B881A}"/>
              </a:ext>
              <a:ext uri="{C183D7F6-B498-43B3-948B-1728B52AA6E4}">
                <adec:decorative xmlns:adec="http://schemas.microsoft.com/office/drawing/2017/decorative" val="1"/>
              </a:ext>
            </a:extLst>
          </p:cNvPr>
          <p:cNvGrpSpPr/>
          <p:nvPr/>
        </p:nvGrpSpPr>
        <p:grpSpPr>
          <a:xfrm>
            <a:off x="4544127" y="3090121"/>
            <a:ext cx="1388313" cy="544407"/>
            <a:chOff x="4544127" y="3090121"/>
            <a:chExt cx="1388313" cy="544407"/>
          </a:xfrm>
        </p:grpSpPr>
        <p:sp>
          <p:nvSpPr>
            <p:cNvPr id="32" name="Retângulo 31">
              <a:extLst>
                <a:ext uri="{FF2B5EF4-FFF2-40B4-BE49-F238E27FC236}">
                  <a16:creationId xmlns:a16="http://schemas.microsoft.com/office/drawing/2014/main" id="{889D3686-F316-4353-8E34-486E47731DEA}"/>
                </a:ext>
              </a:extLst>
            </p:cNvPr>
            <p:cNvSpPr/>
            <p:nvPr/>
          </p:nvSpPr>
          <p:spPr>
            <a:xfrm>
              <a:off x="4544127" y="3090121"/>
              <a:ext cx="1368000" cy="509451"/>
            </a:xfrm>
            <a:prstGeom prst="rect">
              <a:avLst/>
            </a:prstGeom>
            <a:solidFill>
              <a:schemeClr val="bg1"/>
            </a:soli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Marcio </a:t>
              </a:r>
            </a:p>
          </p:txBody>
        </p:sp>
        <p:sp>
          <p:nvSpPr>
            <p:cNvPr id="33" name="Retângulo 32">
              <a:extLst>
                <a:ext uri="{FF2B5EF4-FFF2-40B4-BE49-F238E27FC236}">
                  <a16:creationId xmlns:a16="http://schemas.microsoft.com/office/drawing/2014/main" id="{59BC051C-564D-4692-A9F7-7318F9F117E2}"/>
                </a:ext>
              </a:extLst>
            </p:cNvPr>
            <p:cNvSpPr/>
            <p:nvPr/>
          </p:nvSpPr>
          <p:spPr>
            <a:xfrm>
              <a:off x="4564440"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Operações</a:t>
              </a:r>
            </a:p>
          </p:txBody>
        </p:sp>
      </p:grpSp>
      <p:grpSp>
        <p:nvGrpSpPr>
          <p:cNvPr id="143" name="Grupo 142">
            <a:extLst>
              <a:ext uri="{FF2B5EF4-FFF2-40B4-BE49-F238E27FC236}">
                <a16:creationId xmlns:a16="http://schemas.microsoft.com/office/drawing/2014/main" id="{A7FDD8A7-CFFE-444B-B060-3135DC79A035}"/>
              </a:ext>
              <a:ext uri="{C183D7F6-B498-43B3-948B-1728B52AA6E4}">
                <adec:decorative xmlns:adec="http://schemas.microsoft.com/office/drawing/2017/decorative" val="1"/>
              </a:ext>
            </a:extLst>
          </p:cNvPr>
          <p:cNvGrpSpPr/>
          <p:nvPr/>
        </p:nvGrpSpPr>
        <p:grpSpPr>
          <a:xfrm>
            <a:off x="4544127" y="4051495"/>
            <a:ext cx="1388313" cy="498158"/>
            <a:chOff x="4544127" y="4051495"/>
            <a:chExt cx="1388313" cy="498158"/>
          </a:xfrm>
        </p:grpSpPr>
        <p:sp>
          <p:nvSpPr>
            <p:cNvPr id="34" name="Retângulo 33">
              <a:extLst>
                <a:ext uri="{FF2B5EF4-FFF2-40B4-BE49-F238E27FC236}">
                  <a16:creationId xmlns:a16="http://schemas.microsoft.com/office/drawing/2014/main" id="{D40A1091-7963-4FCA-B6AC-CF2BAC353AB4}"/>
                </a:ext>
              </a:extLst>
            </p:cNvPr>
            <p:cNvSpPr/>
            <p:nvPr/>
          </p:nvSpPr>
          <p:spPr>
            <a:xfrm>
              <a:off x="4544127"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endParaRPr lang="pt-BR" sz="800" dirty="0">
                <a:solidFill>
                  <a:schemeClr val="bg1"/>
                </a:solidFill>
              </a:endParaRPr>
            </a:p>
          </p:txBody>
        </p:sp>
        <p:sp>
          <p:nvSpPr>
            <p:cNvPr id="35" name="Retângulo 34">
              <a:extLst>
                <a:ext uri="{FF2B5EF4-FFF2-40B4-BE49-F238E27FC236}">
                  <a16:creationId xmlns:a16="http://schemas.microsoft.com/office/drawing/2014/main" id="{2B15FDBC-A1A2-4EF5-8C71-FAA9372402A8}"/>
                </a:ext>
              </a:extLst>
            </p:cNvPr>
            <p:cNvSpPr/>
            <p:nvPr/>
          </p:nvSpPr>
          <p:spPr>
            <a:xfrm>
              <a:off x="4564440"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Instalações</a:t>
              </a:r>
            </a:p>
          </p:txBody>
        </p:sp>
      </p:grpSp>
      <p:grpSp>
        <p:nvGrpSpPr>
          <p:cNvPr id="72" name="Grupo 71">
            <a:extLst>
              <a:ext uri="{FF2B5EF4-FFF2-40B4-BE49-F238E27FC236}">
                <a16:creationId xmlns:a16="http://schemas.microsoft.com/office/drawing/2014/main" id="{86A6D505-4CAD-4827-A8B4-1F7AC0D804FA}"/>
              </a:ext>
              <a:ext uri="{C183D7F6-B498-43B3-948B-1728B52AA6E4}">
                <adec:decorative xmlns:adec="http://schemas.microsoft.com/office/drawing/2017/decorative" val="1"/>
              </a:ext>
            </a:extLst>
          </p:cNvPr>
          <p:cNvGrpSpPr/>
          <p:nvPr/>
        </p:nvGrpSpPr>
        <p:grpSpPr>
          <a:xfrm>
            <a:off x="6277476" y="3090121"/>
            <a:ext cx="1389615" cy="544407"/>
            <a:chOff x="6277476" y="3090121"/>
            <a:chExt cx="1389615" cy="544407"/>
          </a:xfrm>
        </p:grpSpPr>
        <p:sp>
          <p:nvSpPr>
            <p:cNvPr id="36" name="Retângulo 35">
              <a:extLst>
                <a:ext uri="{FF2B5EF4-FFF2-40B4-BE49-F238E27FC236}">
                  <a16:creationId xmlns:a16="http://schemas.microsoft.com/office/drawing/2014/main" id="{7680BFC0-C377-43B7-B23F-4331CD268525}"/>
                </a:ext>
              </a:extLst>
            </p:cNvPr>
            <p:cNvSpPr/>
            <p:nvPr/>
          </p:nvSpPr>
          <p:spPr>
            <a:xfrm>
              <a:off x="6277476" y="3090121"/>
              <a:ext cx="1368000" cy="509451"/>
            </a:xfrm>
            <a:prstGeom prst="rect">
              <a:avLst/>
            </a:prstGeom>
            <a:solidFill>
              <a:schemeClr val="bg1"/>
            </a:soli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Luiz Guilherme L.</a:t>
              </a:r>
            </a:p>
          </p:txBody>
        </p:sp>
        <p:sp>
          <p:nvSpPr>
            <p:cNvPr id="37" name="Retângulo 36">
              <a:extLst>
                <a:ext uri="{FF2B5EF4-FFF2-40B4-BE49-F238E27FC236}">
                  <a16:creationId xmlns:a16="http://schemas.microsoft.com/office/drawing/2014/main" id="{69AD1D87-4B90-4FEC-8865-92DD51544D7D}"/>
                </a:ext>
              </a:extLst>
            </p:cNvPr>
            <p:cNvSpPr/>
            <p:nvPr/>
          </p:nvSpPr>
          <p:spPr>
            <a:xfrm>
              <a:off x="6299091" y="3526528"/>
              <a:ext cx="1368000" cy="108000"/>
            </a:xfrm>
            <a:prstGeom prst="rect">
              <a:avLst/>
            </a:prstGeom>
            <a:solidFill>
              <a:schemeClr val="accent6">
                <a:lumMod val="50000"/>
              </a:schemeClr>
            </a:solidFill>
            <a:ln>
              <a:noFill/>
            </a:ln>
            <a:effectLst>
              <a:glow rad="254000">
                <a:schemeClr val="accent6">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Marketing</a:t>
              </a:r>
            </a:p>
          </p:txBody>
        </p:sp>
      </p:grpSp>
      <p:grpSp>
        <p:nvGrpSpPr>
          <p:cNvPr id="144" name="Grupo 143">
            <a:extLst>
              <a:ext uri="{FF2B5EF4-FFF2-40B4-BE49-F238E27FC236}">
                <a16:creationId xmlns:a16="http://schemas.microsoft.com/office/drawing/2014/main" id="{04579025-F527-4A55-A6B5-338B383A1A74}"/>
              </a:ext>
              <a:ext uri="{C183D7F6-B498-43B3-948B-1728B52AA6E4}">
                <adec:decorative xmlns:adec="http://schemas.microsoft.com/office/drawing/2017/decorative" val="1"/>
              </a:ext>
            </a:extLst>
          </p:cNvPr>
          <p:cNvGrpSpPr/>
          <p:nvPr/>
        </p:nvGrpSpPr>
        <p:grpSpPr>
          <a:xfrm>
            <a:off x="6277476" y="4051495"/>
            <a:ext cx="1386440" cy="498158"/>
            <a:chOff x="6277476" y="4051495"/>
            <a:chExt cx="1386440" cy="498158"/>
          </a:xfrm>
        </p:grpSpPr>
        <p:sp>
          <p:nvSpPr>
            <p:cNvPr id="38" name="Retângulo 37">
              <a:extLst>
                <a:ext uri="{FF2B5EF4-FFF2-40B4-BE49-F238E27FC236}">
                  <a16:creationId xmlns:a16="http://schemas.microsoft.com/office/drawing/2014/main" id="{C272C496-4A46-4123-A5F8-40592F71F89A}"/>
                </a:ext>
              </a:extLst>
            </p:cNvPr>
            <p:cNvSpPr/>
            <p:nvPr/>
          </p:nvSpPr>
          <p:spPr>
            <a:xfrm>
              <a:off x="6277476" y="4051495"/>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APRIL HANSSON</a:t>
              </a:r>
            </a:p>
          </p:txBody>
        </p:sp>
        <p:sp>
          <p:nvSpPr>
            <p:cNvPr id="39" name="Retângulo 38">
              <a:extLst>
                <a:ext uri="{FF2B5EF4-FFF2-40B4-BE49-F238E27FC236}">
                  <a16:creationId xmlns:a16="http://schemas.microsoft.com/office/drawing/2014/main" id="{C0583B2E-1A07-48B4-8107-B43A7385C451}"/>
                </a:ext>
              </a:extLst>
            </p:cNvPr>
            <p:cNvSpPr/>
            <p:nvPr/>
          </p:nvSpPr>
          <p:spPr>
            <a:xfrm>
              <a:off x="6295916"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Gerente de Projetos</a:t>
              </a:r>
            </a:p>
          </p:txBody>
        </p:sp>
      </p:grpSp>
      <p:grpSp>
        <p:nvGrpSpPr>
          <p:cNvPr id="90" name="Grupo 89">
            <a:extLst>
              <a:ext uri="{FF2B5EF4-FFF2-40B4-BE49-F238E27FC236}">
                <a16:creationId xmlns:a16="http://schemas.microsoft.com/office/drawing/2014/main" id="{E4B64F0C-D8B5-4B34-A22A-D85D0F7D2F51}"/>
              </a:ext>
              <a:ext uri="{C183D7F6-B498-43B3-948B-1728B52AA6E4}">
                <adec:decorative xmlns:adec="http://schemas.microsoft.com/office/drawing/2017/decorative" val="1"/>
              </a:ext>
            </a:extLst>
          </p:cNvPr>
          <p:cNvGrpSpPr/>
          <p:nvPr/>
        </p:nvGrpSpPr>
        <p:grpSpPr>
          <a:xfrm>
            <a:off x="8010825" y="3090121"/>
            <a:ext cx="1386544" cy="544407"/>
            <a:chOff x="8010825" y="3090121"/>
            <a:chExt cx="1386544" cy="544407"/>
          </a:xfrm>
        </p:grpSpPr>
        <p:sp>
          <p:nvSpPr>
            <p:cNvPr id="40" name="Retângulo 39">
              <a:extLst>
                <a:ext uri="{FF2B5EF4-FFF2-40B4-BE49-F238E27FC236}">
                  <a16:creationId xmlns:a16="http://schemas.microsoft.com/office/drawing/2014/main" id="{FDBD7287-E572-4289-A072-B39B574151C1}"/>
                </a:ext>
              </a:extLst>
            </p:cNvPr>
            <p:cNvSpPr/>
            <p:nvPr/>
          </p:nvSpPr>
          <p:spPr>
            <a:xfrm>
              <a:off x="8010825" y="3090121"/>
              <a:ext cx="1368000" cy="509451"/>
            </a:xfrm>
            <a:prstGeom prst="rect">
              <a:avLst/>
            </a:prstGeom>
            <a:gradFill>
              <a:gsLst>
                <a:gs pos="0">
                  <a:schemeClr val="bg1"/>
                </a:gs>
                <a:gs pos="100000">
                  <a:schemeClr val="bg1">
                    <a:lumMod val="85000"/>
                  </a:schemeClr>
                </a:gs>
              </a:gsLst>
              <a:lin ang="5400000" scaled="0"/>
            </a:gradFill>
            <a:ln w="3175">
              <a:solidFill>
                <a:schemeClr val="bg1">
                  <a:lumMod val="85000"/>
                </a:schemeClr>
              </a:solidFill>
            </a:ln>
            <a:effectLst/>
            <a:scene3d>
              <a:camera prst="obliqueTopLeft"/>
              <a:lightRig rig="soft" dir="t"/>
            </a:scene3d>
            <a:sp3d extrusionH="1905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Peres </a:t>
              </a:r>
            </a:p>
          </p:txBody>
        </p:sp>
        <p:sp>
          <p:nvSpPr>
            <p:cNvPr id="41" name="Retângulo 40">
              <a:extLst>
                <a:ext uri="{FF2B5EF4-FFF2-40B4-BE49-F238E27FC236}">
                  <a16:creationId xmlns:a16="http://schemas.microsoft.com/office/drawing/2014/main" id="{B90170B1-F933-4621-B15D-52CA42553300}"/>
                </a:ext>
              </a:extLst>
            </p:cNvPr>
            <p:cNvSpPr/>
            <p:nvPr/>
          </p:nvSpPr>
          <p:spPr>
            <a:xfrm>
              <a:off x="8029369" y="3526528"/>
              <a:ext cx="1368000" cy="108000"/>
            </a:xfrm>
            <a:prstGeom prst="rect">
              <a:avLst/>
            </a:prstGeom>
            <a:solidFill>
              <a:schemeClr val="accent6">
                <a:lumMod val="50000"/>
              </a:schemeClr>
            </a:solidFill>
            <a:ln>
              <a:noFill/>
            </a:ln>
            <a:effectLst>
              <a:glow rad="254000">
                <a:schemeClr val="accent6">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VP produção</a:t>
              </a:r>
            </a:p>
          </p:txBody>
        </p:sp>
      </p:grpSp>
      <p:grpSp>
        <p:nvGrpSpPr>
          <p:cNvPr id="145" name="Grupo 144">
            <a:extLst>
              <a:ext uri="{FF2B5EF4-FFF2-40B4-BE49-F238E27FC236}">
                <a16:creationId xmlns:a16="http://schemas.microsoft.com/office/drawing/2014/main" id="{95741A74-6DB1-40BD-9452-1999AAD4800C}"/>
              </a:ext>
              <a:ext uri="{C183D7F6-B498-43B3-948B-1728B52AA6E4}">
                <adec:decorative xmlns:adec="http://schemas.microsoft.com/office/drawing/2017/decorative" val="1"/>
              </a:ext>
            </a:extLst>
          </p:cNvPr>
          <p:cNvGrpSpPr/>
          <p:nvPr/>
        </p:nvGrpSpPr>
        <p:grpSpPr>
          <a:xfrm>
            <a:off x="7996029" y="4051495"/>
            <a:ext cx="1386733" cy="498158"/>
            <a:chOff x="7996029" y="4051495"/>
            <a:chExt cx="1386733" cy="498158"/>
          </a:xfrm>
        </p:grpSpPr>
        <p:sp>
          <p:nvSpPr>
            <p:cNvPr id="42" name="Retângulo 41">
              <a:extLst>
                <a:ext uri="{FF2B5EF4-FFF2-40B4-BE49-F238E27FC236}">
                  <a16:creationId xmlns:a16="http://schemas.microsoft.com/office/drawing/2014/main" id="{FF9EF12D-D119-41E7-90F8-A9AB35D26DCB}"/>
                </a:ext>
              </a:extLst>
            </p:cNvPr>
            <p:cNvSpPr/>
            <p:nvPr/>
          </p:nvSpPr>
          <p:spPr>
            <a:xfrm>
              <a:off x="7996029" y="4051495"/>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JENS MARTENSSON</a:t>
              </a:r>
            </a:p>
          </p:txBody>
        </p:sp>
        <p:sp>
          <p:nvSpPr>
            <p:cNvPr id="43" name="Retângulo 42">
              <a:extLst>
                <a:ext uri="{FF2B5EF4-FFF2-40B4-BE49-F238E27FC236}">
                  <a16:creationId xmlns:a16="http://schemas.microsoft.com/office/drawing/2014/main" id="{35581420-027B-4CC3-91B9-A4B8D2A8A4AA}"/>
                </a:ext>
              </a:extLst>
            </p:cNvPr>
            <p:cNvSpPr/>
            <p:nvPr/>
          </p:nvSpPr>
          <p:spPr>
            <a:xfrm>
              <a:off x="8014762"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grpSp>
        <p:nvGrpSpPr>
          <p:cNvPr id="89" name="Grupo 88">
            <a:extLst>
              <a:ext uri="{FF2B5EF4-FFF2-40B4-BE49-F238E27FC236}">
                <a16:creationId xmlns:a16="http://schemas.microsoft.com/office/drawing/2014/main" id="{484B9E92-D14A-4F75-88C6-459716737C4A}"/>
              </a:ext>
              <a:ext uri="{C183D7F6-B498-43B3-948B-1728B52AA6E4}">
                <adec:decorative xmlns:adec="http://schemas.microsoft.com/office/drawing/2017/decorative" val="1"/>
              </a:ext>
            </a:extLst>
          </p:cNvPr>
          <p:cNvGrpSpPr/>
          <p:nvPr/>
        </p:nvGrpSpPr>
        <p:grpSpPr>
          <a:xfrm>
            <a:off x="9744174" y="3090121"/>
            <a:ext cx="1387558" cy="544407"/>
            <a:chOff x="9744174" y="3090121"/>
            <a:chExt cx="1387558" cy="544407"/>
          </a:xfrm>
        </p:grpSpPr>
        <p:sp>
          <p:nvSpPr>
            <p:cNvPr id="44" name="Retângulo 43">
              <a:extLst>
                <a:ext uri="{FF2B5EF4-FFF2-40B4-BE49-F238E27FC236}">
                  <a16:creationId xmlns:a16="http://schemas.microsoft.com/office/drawing/2014/main" id="{AD59A8A5-B7C2-4281-BC49-3B1FBAB6F7EA}"/>
                </a:ext>
              </a:extLst>
            </p:cNvPr>
            <p:cNvSpPr/>
            <p:nvPr/>
          </p:nvSpPr>
          <p:spPr>
            <a:xfrm>
              <a:off x="9744174" y="3090121"/>
              <a:ext cx="1368000" cy="509451"/>
            </a:xfrm>
            <a:prstGeom prst="rect">
              <a:avLst/>
            </a:prstGeom>
            <a:gradFill>
              <a:gsLst>
                <a:gs pos="0">
                  <a:schemeClr val="bg1"/>
                </a:gs>
                <a:gs pos="100000">
                  <a:schemeClr val="bg1">
                    <a:lumMod val="85000"/>
                  </a:schemeClr>
                </a:gs>
              </a:gsLst>
              <a:lin ang="5400000" scaled="0"/>
            </a:gradFill>
            <a:ln w="3175">
              <a:solidFill>
                <a:schemeClr val="bg1">
                  <a:lumMod val="85000"/>
                </a:schemeClr>
              </a:solidFill>
            </a:ln>
            <a:effectLst/>
            <a:scene3d>
              <a:camera prst="obliqueTopLeft"/>
              <a:lightRig rig="soft" dir="t"/>
            </a:scene3d>
            <a:sp3d extrusionH="1905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000" tIns="5715" rIns="72000" bIns="54011" numCol="1" spcCol="1270" rtlCol="0" anchor="ctr" anchorCtr="0">
              <a:noAutofit/>
              <a:flatTx/>
            </a:bodyPr>
            <a:lstStyle/>
            <a:p>
              <a:pPr marL="0" lvl="0" indent="0" algn="ctr" defTabSz="400050" rtl="0">
                <a:lnSpc>
                  <a:spcPct val="90000"/>
                </a:lnSpc>
                <a:spcBef>
                  <a:spcPct val="0"/>
                </a:spcBef>
                <a:spcAft>
                  <a:spcPct val="35000"/>
                </a:spcAft>
                <a:buNone/>
              </a:pPr>
              <a:r>
                <a:rPr lang="pt-BR" sz="800" kern="1200" dirty="0">
                  <a:solidFill>
                    <a:schemeClr val="tx1"/>
                  </a:solidFill>
                </a:rPr>
                <a:t>Irene Lobo </a:t>
              </a:r>
            </a:p>
          </p:txBody>
        </p:sp>
        <p:sp>
          <p:nvSpPr>
            <p:cNvPr id="45" name="Retângulo 44">
              <a:extLst>
                <a:ext uri="{FF2B5EF4-FFF2-40B4-BE49-F238E27FC236}">
                  <a16:creationId xmlns:a16="http://schemas.microsoft.com/office/drawing/2014/main" id="{706FC325-8328-441D-A7A0-0325372DC7CD}"/>
                </a:ext>
              </a:extLst>
            </p:cNvPr>
            <p:cNvSpPr/>
            <p:nvPr/>
          </p:nvSpPr>
          <p:spPr>
            <a:xfrm>
              <a:off x="9763732" y="3526528"/>
              <a:ext cx="1368000" cy="108000"/>
            </a:xfrm>
            <a:prstGeom prst="rect">
              <a:avLst/>
            </a:prstGeom>
            <a:solidFill>
              <a:schemeClr val="accent3">
                <a:lumMod val="50000"/>
              </a:schemeClr>
            </a:solidFill>
            <a:ln>
              <a:noFill/>
            </a:ln>
            <a:effectLst>
              <a:glow rad="254000">
                <a:schemeClr val="accent3">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VP Transporte</a:t>
              </a:r>
            </a:p>
          </p:txBody>
        </p:sp>
      </p:grpSp>
      <p:grpSp>
        <p:nvGrpSpPr>
          <p:cNvPr id="148" name="Grupo 147">
            <a:extLst>
              <a:ext uri="{FF2B5EF4-FFF2-40B4-BE49-F238E27FC236}">
                <a16:creationId xmlns:a16="http://schemas.microsoft.com/office/drawing/2014/main" id="{D9FD4753-DC7F-493C-BE0B-6373C7C76B28}"/>
              </a:ext>
              <a:ext uri="{C183D7F6-B498-43B3-948B-1728B52AA6E4}">
                <adec:decorative xmlns:adec="http://schemas.microsoft.com/office/drawing/2017/decorative" val="1"/>
              </a:ext>
            </a:extLst>
          </p:cNvPr>
          <p:cNvGrpSpPr/>
          <p:nvPr/>
        </p:nvGrpSpPr>
        <p:grpSpPr>
          <a:xfrm>
            <a:off x="9744174" y="4051495"/>
            <a:ext cx="1387558" cy="498158"/>
            <a:chOff x="9744174" y="4051495"/>
            <a:chExt cx="1387558" cy="498158"/>
          </a:xfrm>
        </p:grpSpPr>
        <p:sp>
          <p:nvSpPr>
            <p:cNvPr id="46" name="Retângulo 45">
              <a:extLst>
                <a:ext uri="{FF2B5EF4-FFF2-40B4-BE49-F238E27FC236}">
                  <a16:creationId xmlns:a16="http://schemas.microsoft.com/office/drawing/2014/main" id="{69BC14A2-DB10-4691-83A0-958F175A562C}"/>
                </a:ext>
              </a:extLst>
            </p:cNvPr>
            <p:cNvSpPr/>
            <p:nvPr/>
          </p:nvSpPr>
          <p:spPr>
            <a:xfrm>
              <a:off x="9744174" y="4051495"/>
              <a:ext cx="1368000" cy="479160"/>
            </a:xfrm>
            <a:prstGeom prst="rect">
              <a:avLst/>
            </a:prstGeom>
            <a:solidFill>
              <a:schemeClr val="accent3">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ANGELICA HANSSON</a:t>
              </a:r>
            </a:p>
          </p:txBody>
        </p:sp>
        <p:sp>
          <p:nvSpPr>
            <p:cNvPr id="47" name="Retângulo 46">
              <a:extLst>
                <a:ext uri="{FF2B5EF4-FFF2-40B4-BE49-F238E27FC236}">
                  <a16:creationId xmlns:a16="http://schemas.microsoft.com/office/drawing/2014/main" id="{40819124-A8DB-415A-8AA5-9DB14B8A4EFC}"/>
                </a:ext>
              </a:extLst>
            </p:cNvPr>
            <p:cNvSpPr/>
            <p:nvPr/>
          </p:nvSpPr>
          <p:spPr>
            <a:xfrm>
              <a:off x="9763732"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Despacho</a:t>
              </a:r>
            </a:p>
          </p:txBody>
        </p:sp>
      </p:grpSp>
      <p:grpSp>
        <p:nvGrpSpPr>
          <p:cNvPr id="91" name="Grupo 90">
            <a:extLst>
              <a:ext uri="{FF2B5EF4-FFF2-40B4-BE49-F238E27FC236}">
                <a16:creationId xmlns:a16="http://schemas.microsoft.com/office/drawing/2014/main" id="{279F32E5-94F0-43DF-8EB6-84CFB7684F0C}"/>
              </a:ext>
              <a:ext uri="{C183D7F6-B498-43B3-948B-1728B52AA6E4}">
                <adec:decorative xmlns:adec="http://schemas.microsoft.com/office/drawing/2017/decorative" val="1"/>
              </a:ext>
            </a:extLst>
          </p:cNvPr>
          <p:cNvGrpSpPr/>
          <p:nvPr/>
        </p:nvGrpSpPr>
        <p:grpSpPr>
          <a:xfrm>
            <a:off x="3733479" y="2003075"/>
            <a:ext cx="1368000" cy="511431"/>
            <a:chOff x="3733479" y="2003075"/>
            <a:chExt cx="1368000" cy="511431"/>
          </a:xfrm>
        </p:grpSpPr>
        <p:sp>
          <p:nvSpPr>
            <p:cNvPr id="48" name="Retângulo 47">
              <a:extLst>
                <a:ext uri="{FF2B5EF4-FFF2-40B4-BE49-F238E27FC236}">
                  <a16:creationId xmlns:a16="http://schemas.microsoft.com/office/drawing/2014/main" id="{8D3BF366-C6D6-4588-8DC7-E9D4BF741B5D}"/>
                </a:ext>
              </a:extLst>
            </p:cNvPr>
            <p:cNvSpPr/>
            <p:nvPr/>
          </p:nvSpPr>
          <p:spPr>
            <a:xfrm>
              <a:off x="3733479" y="2003075"/>
              <a:ext cx="1368000" cy="509451"/>
            </a:xfrm>
            <a:prstGeom prst="rect">
              <a:avLst/>
            </a:prstGeom>
            <a:solidFill>
              <a:schemeClr val="bg1"/>
            </a:solidFill>
            <a:ln w="12700"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5715" tIns="5715" rIns="5715" bIns="54011" numCol="1" spcCol="1270" rtlCol="0" anchor="ctr" anchorCtr="0">
              <a:noAutofit/>
              <a:flatTx/>
            </a:bodyPr>
            <a:lstStyle/>
            <a:p>
              <a:pPr algn="ctr" defTabSz="400050" rtl="0">
                <a:lnSpc>
                  <a:spcPct val="90000"/>
                </a:lnSpc>
                <a:spcBef>
                  <a:spcPct val="0"/>
                </a:spcBef>
                <a:spcAft>
                  <a:spcPct val="35000"/>
                </a:spcAft>
              </a:pPr>
              <a:r>
                <a:rPr lang="pt-BR" sz="800">
                  <a:solidFill>
                    <a:schemeClr val="tx1"/>
                  </a:solidFill>
                </a:rPr>
                <a:t>VICTORIA LINDQVIST</a:t>
              </a:r>
            </a:p>
          </p:txBody>
        </p:sp>
        <p:sp>
          <p:nvSpPr>
            <p:cNvPr id="49" name="Retângulo 48">
              <a:extLst>
                <a:ext uri="{FF2B5EF4-FFF2-40B4-BE49-F238E27FC236}">
                  <a16:creationId xmlns:a16="http://schemas.microsoft.com/office/drawing/2014/main" id="{F95AFA1E-C54C-4434-8CB7-B301294DBE98}"/>
                </a:ext>
              </a:extLst>
            </p:cNvPr>
            <p:cNvSpPr/>
            <p:nvPr/>
          </p:nvSpPr>
          <p:spPr>
            <a:xfrm>
              <a:off x="3733479" y="2406506"/>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 Assistente</a:t>
              </a:r>
              <a:r>
                <a:rPr lang="pt-BR" sz="800" kern="1200">
                  <a:solidFill>
                    <a:schemeClr val="bg1"/>
                  </a:solidFill>
                  <a:ea typeface="+mn-ea"/>
                  <a:cs typeface="+mn-cs"/>
                </a:rPr>
                <a:t> Executiva</a:t>
              </a:r>
            </a:p>
          </p:txBody>
        </p:sp>
      </p:grpSp>
      <p:cxnSp>
        <p:nvCxnSpPr>
          <p:cNvPr id="3" name="Conector Reto 2" descr="elemento decorativo">
            <a:extLst>
              <a:ext uri="{FF2B5EF4-FFF2-40B4-BE49-F238E27FC236}">
                <a16:creationId xmlns:a16="http://schemas.microsoft.com/office/drawing/2014/main" id="{68933B52-AACC-4940-ABC7-FC6FC0BD52F4}"/>
              </a:ext>
            </a:extLst>
          </p:cNvPr>
          <p:cNvCxnSpPr/>
          <p:nvPr/>
        </p:nvCxnSpPr>
        <p:spPr>
          <a:xfrm>
            <a:off x="1763598"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3" name="Conector Reto 82" descr="elemento decorativo">
            <a:extLst>
              <a:ext uri="{FF2B5EF4-FFF2-40B4-BE49-F238E27FC236}">
                <a16:creationId xmlns:a16="http://schemas.microsoft.com/office/drawing/2014/main" id="{6B7B494C-8888-457E-82D1-32EE6B401023}"/>
              </a:ext>
            </a:extLst>
          </p:cNvPr>
          <p:cNvCxnSpPr/>
          <p:nvPr/>
        </p:nvCxnSpPr>
        <p:spPr>
          <a:xfrm>
            <a:off x="3496536"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4" name="Conector Reto 83" descr="elemento decorativo">
            <a:extLst>
              <a:ext uri="{FF2B5EF4-FFF2-40B4-BE49-F238E27FC236}">
                <a16:creationId xmlns:a16="http://schemas.microsoft.com/office/drawing/2014/main" id="{215A627E-A616-4B35-A822-BCD857D053E8}"/>
              </a:ext>
            </a:extLst>
          </p:cNvPr>
          <p:cNvCxnSpPr/>
          <p:nvPr/>
        </p:nvCxnSpPr>
        <p:spPr>
          <a:xfrm>
            <a:off x="5229474"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5" name="Conector Reto 84" descr="elemento decorativo">
            <a:extLst>
              <a:ext uri="{FF2B5EF4-FFF2-40B4-BE49-F238E27FC236}">
                <a16:creationId xmlns:a16="http://schemas.microsoft.com/office/drawing/2014/main" id="{338A3F58-952C-4C6C-BE73-668B41F8708D}"/>
              </a:ext>
            </a:extLst>
          </p:cNvPr>
          <p:cNvCxnSpPr/>
          <p:nvPr/>
        </p:nvCxnSpPr>
        <p:spPr>
          <a:xfrm>
            <a:off x="6962412"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6" name="Conector Reto 85" descr="elemento decorativo">
            <a:extLst>
              <a:ext uri="{FF2B5EF4-FFF2-40B4-BE49-F238E27FC236}">
                <a16:creationId xmlns:a16="http://schemas.microsoft.com/office/drawing/2014/main" id="{499176F8-BEEF-4A37-97C9-A7E8592211E9}"/>
              </a:ext>
            </a:extLst>
          </p:cNvPr>
          <p:cNvCxnSpPr/>
          <p:nvPr/>
        </p:nvCxnSpPr>
        <p:spPr>
          <a:xfrm>
            <a:off x="8695350"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7" name="Conector Reto 86" descr="elemento decorativo">
            <a:extLst>
              <a:ext uri="{FF2B5EF4-FFF2-40B4-BE49-F238E27FC236}">
                <a16:creationId xmlns:a16="http://schemas.microsoft.com/office/drawing/2014/main" id="{E0A5E395-38A3-4ED8-A1C1-7892BF5B1BE1}"/>
              </a:ext>
            </a:extLst>
          </p:cNvPr>
          <p:cNvCxnSpPr/>
          <p:nvPr/>
        </p:nvCxnSpPr>
        <p:spPr>
          <a:xfrm>
            <a:off x="10428290"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sp>
        <p:nvSpPr>
          <p:cNvPr id="5" name="Oval 4" descr="elemento decorativo">
            <a:extLst>
              <a:ext uri="{FF2B5EF4-FFF2-40B4-BE49-F238E27FC236}">
                <a16:creationId xmlns:a16="http://schemas.microsoft.com/office/drawing/2014/main" id="{FE3B97CC-2A6D-4550-83BF-6DBCDB836162}"/>
              </a:ext>
            </a:extLst>
          </p:cNvPr>
          <p:cNvSpPr/>
          <p:nvPr/>
        </p:nvSpPr>
        <p:spPr>
          <a:xfrm>
            <a:off x="1706391" y="2978990"/>
            <a:ext cx="114414" cy="859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sp>
        <p:nvSpPr>
          <p:cNvPr id="94" name="Oval 93" descr="elemento decorativo">
            <a:extLst>
              <a:ext uri="{FF2B5EF4-FFF2-40B4-BE49-F238E27FC236}">
                <a16:creationId xmlns:a16="http://schemas.microsoft.com/office/drawing/2014/main" id="{BC24AD9F-130E-4ECB-9C70-2B3233EBF4A4}"/>
              </a:ext>
            </a:extLst>
          </p:cNvPr>
          <p:cNvSpPr/>
          <p:nvPr/>
        </p:nvSpPr>
        <p:spPr>
          <a:xfrm>
            <a:off x="10371083" y="2978990"/>
            <a:ext cx="114414" cy="859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grpSp>
        <p:nvGrpSpPr>
          <p:cNvPr id="136" name="Grupo 135">
            <a:extLst>
              <a:ext uri="{FF2B5EF4-FFF2-40B4-BE49-F238E27FC236}">
                <a16:creationId xmlns:a16="http://schemas.microsoft.com/office/drawing/2014/main" id="{FA215D57-115E-4EA6-82EB-CB2CD22D4237}"/>
              </a:ext>
              <a:ext uri="{C183D7F6-B498-43B3-948B-1728B52AA6E4}">
                <adec:decorative xmlns:adec="http://schemas.microsoft.com/office/drawing/2017/decorative" val="1"/>
              </a:ext>
            </a:extLst>
          </p:cNvPr>
          <p:cNvGrpSpPr/>
          <p:nvPr/>
        </p:nvGrpSpPr>
        <p:grpSpPr>
          <a:xfrm>
            <a:off x="5016000" y="1040449"/>
            <a:ext cx="2160000" cy="511431"/>
            <a:chOff x="5016000" y="1040449"/>
            <a:chExt cx="2160000" cy="511431"/>
          </a:xfrm>
        </p:grpSpPr>
        <p:sp>
          <p:nvSpPr>
            <p:cNvPr id="18" name="Retângulo 17">
              <a:extLst>
                <a:ext uri="{FF2B5EF4-FFF2-40B4-BE49-F238E27FC236}">
                  <a16:creationId xmlns:a16="http://schemas.microsoft.com/office/drawing/2014/main" id="{912543CF-3BD4-40B0-BB18-006DCC4331CA}"/>
                </a:ext>
              </a:extLst>
            </p:cNvPr>
            <p:cNvSpPr/>
            <p:nvPr/>
          </p:nvSpPr>
          <p:spPr>
            <a:xfrm>
              <a:off x="5016000" y="1040449"/>
              <a:ext cx="2160000" cy="509451"/>
            </a:xfrm>
            <a:prstGeom prst="rect">
              <a:avLst/>
            </a:prstGeom>
            <a:solidFill>
              <a:schemeClr val="bg1"/>
            </a:solidFill>
            <a:ln w="12700"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5715" tIns="5715" rIns="5715"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Luiz Antônio </a:t>
              </a:r>
            </a:p>
          </p:txBody>
        </p:sp>
        <p:sp>
          <p:nvSpPr>
            <p:cNvPr id="19" name="Retângulo 18">
              <a:extLst>
                <a:ext uri="{FF2B5EF4-FFF2-40B4-BE49-F238E27FC236}">
                  <a16:creationId xmlns:a16="http://schemas.microsoft.com/office/drawing/2014/main" id="{8B9E0DDC-7979-4C1E-B741-9FACE317EF1B}"/>
                </a:ext>
              </a:extLst>
            </p:cNvPr>
            <p:cNvSpPr/>
            <p:nvPr/>
          </p:nvSpPr>
          <p:spPr>
            <a:xfrm>
              <a:off x="5016000" y="1443880"/>
              <a:ext cx="2160000" cy="108000"/>
            </a:xfrm>
            <a:prstGeom prst="rect">
              <a:avLst/>
            </a:prstGeom>
            <a:solidFill>
              <a:schemeClr val="tx2"/>
            </a:solidFill>
            <a:ln w="19050" cap="rnd" cmpd="sng" algn="ctr">
              <a:noFill/>
              <a:prstDash val="solid"/>
            </a:ln>
            <a:effectLst>
              <a:glow rad="254000">
                <a:schemeClr val="accent2">
                  <a:satMod val="175000"/>
                  <a:alpha val="10000"/>
                </a:schemeClr>
              </a:glow>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ea typeface="+mn-ea"/>
                  <a:cs typeface="+mn-cs"/>
                </a:rPr>
                <a:t>Presidente</a:t>
              </a:r>
            </a:p>
          </p:txBody>
        </p:sp>
      </p:grpSp>
      <p:sp>
        <p:nvSpPr>
          <p:cNvPr id="95" name="Oval 94">
            <a:extLst>
              <a:ext uri="{FF2B5EF4-FFF2-40B4-BE49-F238E27FC236}">
                <a16:creationId xmlns:a16="http://schemas.microsoft.com/office/drawing/2014/main" id="{F63E54AC-1CB7-43BF-B0A4-82DE6FEB1664}"/>
              </a:ext>
              <a:ext uri="{C183D7F6-B498-43B3-948B-1728B52AA6E4}">
                <adec:decorative xmlns:adec="http://schemas.microsoft.com/office/drawing/2017/decorative" val="1"/>
              </a:ext>
            </a:extLst>
          </p:cNvPr>
          <p:cNvSpPr/>
          <p:nvPr/>
        </p:nvSpPr>
        <p:spPr>
          <a:xfrm>
            <a:off x="6053020" y="1549900"/>
            <a:ext cx="85961" cy="85961"/>
          </a:xfrm>
          <a:prstGeom prst="ellipse">
            <a:avLst/>
          </a:prstGeom>
          <a:noFill/>
          <a:ln>
            <a:no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cxnSp>
        <p:nvCxnSpPr>
          <p:cNvPr id="7" name="Conector: Ângulo 6" descr="elemento decorativo">
            <a:extLst>
              <a:ext uri="{FF2B5EF4-FFF2-40B4-BE49-F238E27FC236}">
                <a16:creationId xmlns:a16="http://schemas.microsoft.com/office/drawing/2014/main" id="{1C54223A-2F2C-4434-A30B-92D8CEE93CF0}"/>
              </a:ext>
            </a:extLst>
          </p:cNvPr>
          <p:cNvCxnSpPr>
            <a:cxnSpLocks/>
            <a:stCxn id="95" idx="4"/>
            <a:endCxn id="5" idx="0"/>
          </p:cNvCxnSpPr>
          <p:nvPr/>
        </p:nvCxnSpPr>
        <p:spPr>
          <a:xfrm rot="5400000">
            <a:off x="3258236" y="141224"/>
            <a:ext cx="1343129" cy="4332403"/>
          </a:xfrm>
          <a:prstGeom prst="bentConnector3">
            <a:avLst>
              <a:gd name="adj1" fmla="val 88295"/>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6" name="Conector: Ângulo 95" descr="elemento decorativo">
            <a:extLst>
              <a:ext uri="{FF2B5EF4-FFF2-40B4-BE49-F238E27FC236}">
                <a16:creationId xmlns:a16="http://schemas.microsoft.com/office/drawing/2014/main" id="{185DC171-E6CD-4880-8EF4-7E0DB7F6C2B2}"/>
              </a:ext>
            </a:extLst>
          </p:cNvPr>
          <p:cNvCxnSpPr>
            <a:cxnSpLocks/>
            <a:stCxn id="95" idx="4"/>
            <a:endCxn id="94" idx="0"/>
          </p:cNvCxnSpPr>
          <p:nvPr/>
        </p:nvCxnSpPr>
        <p:spPr>
          <a:xfrm rot="16200000" flipH="1">
            <a:off x="7590581" y="141280"/>
            <a:ext cx="1343129" cy="4332289"/>
          </a:xfrm>
          <a:prstGeom prst="bentConnector3">
            <a:avLst>
              <a:gd name="adj1" fmla="val 88295"/>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7" name="Conector Reto 96" descr="elemento decorativo">
            <a:extLst>
              <a:ext uri="{FF2B5EF4-FFF2-40B4-BE49-F238E27FC236}">
                <a16:creationId xmlns:a16="http://schemas.microsoft.com/office/drawing/2014/main" id="{B5956150-D730-4D39-8E56-5123DA7B1791}"/>
              </a:ext>
            </a:extLst>
          </p:cNvPr>
          <p:cNvCxnSpPr>
            <a:cxnSpLocks/>
          </p:cNvCxnSpPr>
          <p:nvPr/>
        </p:nvCxnSpPr>
        <p:spPr>
          <a:xfrm>
            <a:off x="3530861"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8" name="Conector reto 97" descr="elemento decorativo">
            <a:extLst>
              <a:ext uri="{FF2B5EF4-FFF2-40B4-BE49-F238E27FC236}">
                <a16:creationId xmlns:a16="http://schemas.microsoft.com/office/drawing/2014/main" id="{98000C8A-C564-4106-9005-252681A7FDFB}"/>
              </a:ext>
            </a:extLst>
          </p:cNvPr>
          <p:cNvCxnSpPr>
            <a:cxnSpLocks/>
          </p:cNvCxnSpPr>
          <p:nvPr/>
        </p:nvCxnSpPr>
        <p:spPr>
          <a:xfrm>
            <a:off x="5240917"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9" name="Conector Reto 98" descr="elemento decorativo">
            <a:extLst>
              <a:ext uri="{FF2B5EF4-FFF2-40B4-BE49-F238E27FC236}">
                <a16:creationId xmlns:a16="http://schemas.microsoft.com/office/drawing/2014/main" id="{DFAFA2FD-B58C-4CB3-83BF-D7037A44C5EA}"/>
              </a:ext>
            </a:extLst>
          </p:cNvPr>
          <p:cNvCxnSpPr>
            <a:cxnSpLocks/>
          </p:cNvCxnSpPr>
          <p:nvPr/>
        </p:nvCxnSpPr>
        <p:spPr>
          <a:xfrm>
            <a:off x="6950973"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0" name="Conector Reto 99" descr="elemento decorativo">
            <a:extLst>
              <a:ext uri="{FF2B5EF4-FFF2-40B4-BE49-F238E27FC236}">
                <a16:creationId xmlns:a16="http://schemas.microsoft.com/office/drawing/2014/main" id="{92CA40FF-E75F-4233-A382-4E9DE1FACF8D}"/>
              </a:ext>
            </a:extLst>
          </p:cNvPr>
          <p:cNvCxnSpPr>
            <a:cxnSpLocks/>
          </p:cNvCxnSpPr>
          <p:nvPr/>
        </p:nvCxnSpPr>
        <p:spPr>
          <a:xfrm>
            <a:off x="8661029"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4" name="Conector reto 103" descr="elemento decorativo">
            <a:extLst>
              <a:ext uri="{FF2B5EF4-FFF2-40B4-BE49-F238E27FC236}">
                <a16:creationId xmlns:a16="http://schemas.microsoft.com/office/drawing/2014/main" id="{E8574014-9F7A-4AC9-82C3-EE7EF06CAFFE}"/>
              </a:ext>
            </a:extLst>
          </p:cNvPr>
          <p:cNvCxnSpPr>
            <a:cxnSpLocks/>
          </p:cNvCxnSpPr>
          <p:nvPr/>
        </p:nvCxnSpPr>
        <p:spPr>
          <a:xfrm flipH="1">
            <a:off x="5101479" y="2257800"/>
            <a:ext cx="994521" cy="0"/>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3948799"/>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bg1">
                <a:lumMod val="95000"/>
              </a:schemeClr>
            </a:gs>
          </a:gsLst>
          <a:lin ang="13500000" scaled="1"/>
          <a:tileRect/>
        </a:gradFill>
        <a:effectLst/>
      </p:bgPr>
    </p:bg>
    <p:spTree>
      <p:nvGrpSpPr>
        <p:cNvPr id="1" name=""/>
        <p:cNvGrpSpPr/>
        <p:nvPr/>
      </p:nvGrpSpPr>
      <p:grpSpPr>
        <a:xfrm>
          <a:off x="0" y="0"/>
          <a:ext cx="0" cy="0"/>
          <a:chOff x="0" y="0"/>
          <a:chExt cx="0" cy="0"/>
        </a:xfrm>
      </p:grpSpPr>
      <p:pic>
        <p:nvPicPr>
          <p:cNvPr id="133" name="Imagem 132" descr="Sombra de fundo">
            <a:extLst>
              <a:ext uri="{FF2B5EF4-FFF2-40B4-BE49-F238E27FC236}">
                <a16:creationId xmlns:a16="http://schemas.microsoft.com/office/drawing/2014/main" id="{4DE6FB9F-89C3-4149-9C4B-8BA9F5CDA2FE}"/>
              </a:ext>
            </a:extLst>
          </p:cNvPr>
          <p:cNvPicPr>
            <a:picLocks noChangeAspect="1"/>
          </p:cNvPicPr>
          <p:nvPr/>
        </p:nvPicPr>
        <p:blipFill>
          <a:blip r:embed="rId3"/>
          <a:stretch>
            <a:fillRect/>
          </a:stretch>
        </p:blipFill>
        <p:spPr>
          <a:xfrm>
            <a:off x="1" y="4982577"/>
            <a:ext cx="12192000" cy="1875423"/>
          </a:xfrm>
          <a:prstGeom prst="rect">
            <a:avLst/>
          </a:prstGeom>
        </p:spPr>
      </p:pic>
      <p:pic>
        <p:nvPicPr>
          <p:cNvPr id="118" name="Imagem 117" descr="Próximo da sombra da base">
            <a:extLst>
              <a:ext uri="{FF2B5EF4-FFF2-40B4-BE49-F238E27FC236}">
                <a16:creationId xmlns:a16="http://schemas.microsoft.com/office/drawing/2014/main" id="{04E5C79A-5F03-432C-A7DD-F56A019FB863}"/>
              </a:ext>
            </a:extLst>
          </p:cNvPr>
          <p:cNvPicPr>
            <a:picLocks noChangeAspect="1"/>
          </p:cNvPicPr>
          <p:nvPr/>
        </p:nvPicPr>
        <p:blipFill>
          <a:blip r:embed="rId4"/>
          <a:stretch>
            <a:fillRect/>
          </a:stretch>
        </p:blipFill>
        <p:spPr>
          <a:xfrm>
            <a:off x="7050499" y="5251063"/>
            <a:ext cx="3314700" cy="952499"/>
          </a:xfrm>
          <a:prstGeom prst="rect">
            <a:avLst/>
          </a:prstGeom>
        </p:spPr>
      </p:pic>
      <p:pic>
        <p:nvPicPr>
          <p:cNvPr id="16" name="Imagem 15" descr="Próximo da sombra da base">
            <a:extLst>
              <a:ext uri="{FF2B5EF4-FFF2-40B4-BE49-F238E27FC236}">
                <a16:creationId xmlns:a16="http://schemas.microsoft.com/office/drawing/2014/main" id="{0A57B658-F220-4FEC-8A15-072CE739D03D}"/>
              </a:ext>
            </a:extLst>
          </p:cNvPr>
          <p:cNvPicPr>
            <a:picLocks noChangeAspect="1"/>
          </p:cNvPicPr>
          <p:nvPr/>
        </p:nvPicPr>
        <p:blipFill>
          <a:blip r:embed="rId4"/>
          <a:stretch>
            <a:fillRect/>
          </a:stretch>
        </p:blipFill>
        <p:spPr>
          <a:xfrm>
            <a:off x="1840684" y="5251063"/>
            <a:ext cx="3314700" cy="952499"/>
          </a:xfrm>
          <a:prstGeom prst="rect">
            <a:avLst/>
          </a:prstGeom>
        </p:spPr>
      </p:pic>
      <p:grpSp>
        <p:nvGrpSpPr>
          <p:cNvPr id="139" name="Grupo 138">
            <a:extLst>
              <a:ext uri="{FF2B5EF4-FFF2-40B4-BE49-F238E27FC236}">
                <a16:creationId xmlns:a16="http://schemas.microsoft.com/office/drawing/2014/main" id="{C2D44B0A-E951-4486-9812-BBF899AB445E}"/>
              </a:ext>
              <a:ext uri="{C183D7F6-B498-43B3-948B-1728B52AA6E4}">
                <adec:decorative xmlns:adec="http://schemas.microsoft.com/office/drawing/2017/decorative" val="1"/>
              </a:ext>
            </a:extLst>
          </p:cNvPr>
          <p:cNvGrpSpPr/>
          <p:nvPr/>
        </p:nvGrpSpPr>
        <p:grpSpPr>
          <a:xfrm>
            <a:off x="1078399" y="4650849"/>
            <a:ext cx="1385981" cy="497472"/>
            <a:chOff x="1078399" y="4650849"/>
            <a:chExt cx="1385981" cy="497472"/>
          </a:xfrm>
        </p:grpSpPr>
        <p:sp>
          <p:nvSpPr>
            <p:cNvPr id="53" name="Retângulo 52">
              <a:extLst>
                <a:ext uri="{FF2B5EF4-FFF2-40B4-BE49-F238E27FC236}">
                  <a16:creationId xmlns:a16="http://schemas.microsoft.com/office/drawing/2014/main" id="{02547EC1-F8D9-472C-AE9B-A7270627D276}"/>
                </a:ext>
              </a:extLst>
            </p:cNvPr>
            <p:cNvSpPr/>
            <p:nvPr/>
          </p:nvSpPr>
          <p:spPr>
            <a:xfrm>
              <a:off x="1078399" y="4650849"/>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a:solidFill>
                    <a:schemeClr val="bg1"/>
                  </a:solidFill>
                </a:rPr>
                <a:t>Marco </a:t>
              </a:r>
              <a:r>
                <a:rPr lang="pt-BR" sz="800" dirty="0" err="1">
                  <a:solidFill>
                    <a:schemeClr val="bg1"/>
                  </a:solidFill>
                </a:rPr>
                <a:t>Aurelio</a:t>
              </a:r>
              <a:endParaRPr lang="pt-BR" sz="800" dirty="0">
                <a:solidFill>
                  <a:schemeClr val="bg1"/>
                </a:solidFill>
              </a:endParaRPr>
            </a:p>
          </p:txBody>
        </p:sp>
        <p:sp>
          <p:nvSpPr>
            <p:cNvPr id="54" name="Retângulo 53">
              <a:extLst>
                <a:ext uri="{FF2B5EF4-FFF2-40B4-BE49-F238E27FC236}">
                  <a16:creationId xmlns:a16="http://schemas.microsoft.com/office/drawing/2014/main" id="{0AE27A7C-3C52-4780-BB11-C860848B3767}"/>
                </a:ext>
              </a:extLst>
            </p:cNvPr>
            <p:cNvSpPr/>
            <p:nvPr/>
          </p:nvSpPr>
          <p:spPr>
            <a:xfrm>
              <a:off x="1096380"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141" name="Grupo 140">
            <a:extLst>
              <a:ext uri="{FF2B5EF4-FFF2-40B4-BE49-F238E27FC236}">
                <a16:creationId xmlns:a16="http://schemas.microsoft.com/office/drawing/2014/main" id="{FD42DA56-8A2C-408F-A1B9-126E3FEBEA3B}"/>
              </a:ext>
              <a:ext uri="{C183D7F6-B498-43B3-948B-1728B52AA6E4}">
                <adec:decorative xmlns:adec="http://schemas.microsoft.com/office/drawing/2017/decorative" val="1"/>
              </a:ext>
            </a:extLst>
          </p:cNvPr>
          <p:cNvGrpSpPr/>
          <p:nvPr/>
        </p:nvGrpSpPr>
        <p:grpSpPr>
          <a:xfrm>
            <a:off x="2810778" y="4650849"/>
            <a:ext cx="1386733" cy="497472"/>
            <a:chOff x="2810778" y="4650849"/>
            <a:chExt cx="1386733" cy="497472"/>
          </a:xfrm>
        </p:grpSpPr>
        <p:sp>
          <p:nvSpPr>
            <p:cNvPr id="55" name="Retângulo 54">
              <a:extLst>
                <a:ext uri="{FF2B5EF4-FFF2-40B4-BE49-F238E27FC236}">
                  <a16:creationId xmlns:a16="http://schemas.microsoft.com/office/drawing/2014/main" id="{20926C4F-20DA-4450-AAC4-623D937CA088}"/>
                </a:ext>
              </a:extLst>
            </p:cNvPr>
            <p:cNvSpPr/>
            <p:nvPr/>
          </p:nvSpPr>
          <p:spPr>
            <a:xfrm>
              <a:off x="2810778" y="4650849"/>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56" name="Retângulo 55">
              <a:extLst>
                <a:ext uri="{FF2B5EF4-FFF2-40B4-BE49-F238E27FC236}">
                  <a16:creationId xmlns:a16="http://schemas.microsoft.com/office/drawing/2014/main" id="{C548BA46-41AC-472A-BD9B-F656467E6F9F}"/>
                </a:ext>
              </a:extLst>
            </p:cNvPr>
            <p:cNvSpPr/>
            <p:nvPr/>
          </p:nvSpPr>
          <p:spPr>
            <a:xfrm>
              <a:off x="2829511"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Instalações</a:t>
              </a:r>
            </a:p>
          </p:txBody>
        </p:sp>
      </p:grpSp>
      <p:grpSp>
        <p:nvGrpSpPr>
          <p:cNvPr id="146" name="Grupo 145">
            <a:extLst>
              <a:ext uri="{FF2B5EF4-FFF2-40B4-BE49-F238E27FC236}">
                <a16:creationId xmlns:a16="http://schemas.microsoft.com/office/drawing/2014/main" id="{CA71374E-55F7-44D5-8300-47A43A41D366}"/>
              </a:ext>
              <a:ext uri="{C183D7F6-B498-43B3-948B-1728B52AA6E4}">
                <adec:decorative xmlns:adec="http://schemas.microsoft.com/office/drawing/2017/decorative" val="1"/>
              </a:ext>
            </a:extLst>
          </p:cNvPr>
          <p:cNvGrpSpPr/>
          <p:nvPr/>
        </p:nvGrpSpPr>
        <p:grpSpPr>
          <a:xfrm>
            <a:off x="7996029" y="4650849"/>
            <a:ext cx="1386733" cy="497472"/>
            <a:chOff x="7996029" y="4650849"/>
            <a:chExt cx="1386733" cy="497472"/>
          </a:xfrm>
        </p:grpSpPr>
        <p:sp>
          <p:nvSpPr>
            <p:cNvPr id="59" name="Retângulo 58">
              <a:extLst>
                <a:ext uri="{FF2B5EF4-FFF2-40B4-BE49-F238E27FC236}">
                  <a16:creationId xmlns:a16="http://schemas.microsoft.com/office/drawing/2014/main" id="{4F99BE8E-1AC9-4D08-9546-F0B4EBD0FC52}"/>
                </a:ext>
              </a:extLst>
            </p:cNvPr>
            <p:cNvSpPr/>
            <p:nvPr/>
          </p:nvSpPr>
          <p:spPr>
            <a:xfrm>
              <a:off x="7996029" y="4650849"/>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ALEXANDER MARTENSSON</a:t>
              </a:r>
            </a:p>
          </p:txBody>
        </p:sp>
        <p:sp>
          <p:nvSpPr>
            <p:cNvPr id="60" name="Retângulo 59">
              <a:extLst>
                <a:ext uri="{FF2B5EF4-FFF2-40B4-BE49-F238E27FC236}">
                  <a16:creationId xmlns:a16="http://schemas.microsoft.com/office/drawing/2014/main" id="{6F6D2B6F-F2EC-46FE-ADD0-3D0EED1169A8}"/>
                </a:ext>
              </a:extLst>
            </p:cNvPr>
            <p:cNvSpPr/>
            <p:nvPr/>
          </p:nvSpPr>
          <p:spPr>
            <a:xfrm>
              <a:off x="8014762" y="5040321"/>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grpSp>
        <p:nvGrpSpPr>
          <p:cNvPr id="142" name="Grupo 141">
            <a:extLst>
              <a:ext uri="{FF2B5EF4-FFF2-40B4-BE49-F238E27FC236}">
                <a16:creationId xmlns:a16="http://schemas.microsoft.com/office/drawing/2014/main" id="{F1BB04ED-85B2-403A-9B31-8926EF4BBDFD}"/>
              </a:ext>
              <a:ext uri="{C183D7F6-B498-43B3-948B-1728B52AA6E4}">
                <adec:decorative xmlns:adec="http://schemas.microsoft.com/office/drawing/2017/decorative" val="1"/>
              </a:ext>
            </a:extLst>
          </p:cNvPr>
          <p:cNvGrpSpPr/>
          <p:nvPr/>
        </p:nvGrpSpPr>
        <p:grpSpPr>
          <a:xfrm>
            <a:off x="2810778" y="5250203"/>
            <a:ext cx="1368000" cy="496786"/>
            <a:chOff x="2810778" y="5250203"/>
            <a:chExt cx="1368000" cy="496786"/>
          </a:xfrm>
        </p:grpSpPr>
        <p:sp>
          <p:nvSpPr>
            <p:cNvPr id="64" name="Retângulo 63">
              <a:extLst>
                <a:ext uri="{FF2B5EF4-FFF2-40B4-BE49-F238E27FC236}">
                  <a16:creationId xmlns:a16="http://schemas.microsoft.com/office/drawing/2014/main" id="{444568B4-5335-4A28-A690-400EC1AC1D33}"/>
                </a:ext>
              </a:extLst>
            </p:cNvPr>
            <p:cNvSpPr/>
            <p:nvPr/>
          </p:nvSpPr>
          <p:spPr>
            <a:xfrm>
              <a:off x="2810778" y="5250203"/>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65" name="Retângulo 64">
              <a:extLst>
                <a:ext uri="{FF2B5EF4-FFF2-40B4-BE49-F238E27FC236}">
                  <a16:creationId xmlns:a16="http://schemas.microsoft.com/office/drawing/2014/main" id="{02CF8611-7A05-4FA6-BE18-830B4859ED90}"/>
                </a:ext>
              </a:extLst>
            </p:cNvPr>
            <p:cNvSpPr/>
            <p:nvPr/>
          </p:nvSpPr>
          <p:spPr>
            <a:xfrm>
              <a:off x="2810778" y="5638989"/>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147" name="Grupo 146">
            <a:extLst>
              <a:ext uri="{FF2B5EF4-FFF2-40B4-BE49-F238E27FC236}">
                <a16:creationId xmlns:a16="http://schemas.microsoft.com/office/drawing/2014/main" id="{F7E0ACA6-9062-4440-BA0D-2B51D145EE99}"/>
              </a:ext>
              <a:ext uri="{C183D7F6-B498-43B3-948B-1728B52AA6E4}">
                <adec:decorative xmlns:adec="http://schemas.microsoft.com/office/drawing/2017/decorative" val="1"/>
              </a:ext>
            </a:extLst>
          </p:cNvPr>
          <p:cNvGrpSpPr/>
          <p:nvPr/>
        </p:nvGrpSpPr>
        <p:grpSpPr>
          <a:xfrm>
            <a:off x="7996029" y="5250203"/>
            <a:ext cx="1386733" cy="496786"/>
            <a:chOff x="7996029" y="5250203"/>
            <a:chExt cx="1386733" cy="496786"/>
          </a:xfrm>
        </p:grpSpPr>
        <p:sp>
          <p:nvSpPr>
            <p:cNvPr id="70" name="Retângulo 69">
              <a:extLst>
                <a:ext uri="{FF2B5EF4-FFF2-40B4-BE49-F238E27FC236}">
                  <a16:creationId xmlns:a16="http://schemas.microsoft.com/office/drawing/2014/main" id="{FA245BDF-EEB9-4F6D-9204-400C24431F8A}"/>
                </a:ext>
              </a:extLst>
            </p:cNvPr>
            <p:cNvSpPr/>
            <p:nvPr/>
          </p:nvSpPr>
          <p:spPr>
            <a:xfrm>
              <a:off x="7996029" y="5250203"/>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IAN HANSSON</a:t>
              </a:r>
            </a:p>
          </p:txBody>
        </p:sp>
        <p:sp>
          <p:nvSpPr>
            <p:cNvPr id="71" name="Retângulo 70">
              <a:extLst>
                <a:ext uri="{FF2B5EF4-FFF2-40B4-BE49-F238E27FC236}">
                  <a16:creationId xmlns:a16="http://schemas.microsoft.com/office/drawing/2014/main" id="{B361AF93-5B8E-4E66-95D4-AA33AC626391}"/>
                </a:ext>
              </a:extLst>
            </p:cNvPr>
            <p:cNvSpPr/>
            <p:nvPr/>
          </p:nvSpPr>
          <p:spPr>
            <a:xfrm>
              <a:off x="8014762" y="5638989"/>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sp>
        <p:nvSpPr>
          <p:cNvPr id="4" name="Título 3" descr="elemento decorativo"/>
          <p:cNvSpPr>
            <a:spLocks noGrp="1"/>
          </p:cNvSpPr>
          <p:nvPr>
            <p:ph type="title"/>
          </p:nvPr>
        </p:nvSpPr>
        <p:spPr>
          <a:xfrm>
            <a:off x="438586" y="418765"/>
            <a:ext cx="10131425" cy="480424"/>
          </a:xfrm>
        </p:spPr>
        <p:txBody>
          <a:bodyPr rtlCol="0">
            <a:noAutofit/>
          </a:bodyPr>
          <a:lstStyle/>
          <a:p>
            <a:pPr rtl="0"/>
            <a:r>
              <a:rPr lang="pt-BR" sz="2800" dirty="0">
                <a:solidFill>
                  <a:schemeClr val="tx2"/>
                </a:solidFill>
              </a:rPr>
              <a:t>GRÁFICO de organização Lobo &amp; Silva Bombas Injetoras </a:t>
            </a:r>
          </a:p>
        </p:txBody>
      </p:sp>
      <p:sp>
        <p:nvSpPr>
          <p:cNvPr id="74" name="Retângulo 73" descr="elemento decorativo">
            <a:extLst>
              <a:ext uri="{FF2B5EF4-FFF2-40B4-BE49-F238E27FC236}">
                <a16:creationId xmlns:a16="http://schemas.microsoft.com/office/drawing/2014/main" id="{B7966ED9-F744-4C51-AD4E-E4FBE28F0E89}"/>
              </a:ext>
            </a:extLst>
          </p:cNvPr>
          <p:cNvSpPr/>
          <p:nvPr/>
        </p:nvSpPr>
        <p:spPr>
          <a:xfrm>
            <a:off x="1820805" y="6385235"/>
            <a:ext cx="108000" cy="108000"/>
          </a:xfrm>
          <a:prstGeom prst="rect">
            <a:avLst/>
          </a:prstGeom>
          <a:solidFill>
            <a:schemeClr val="accent3">
              <a:lumMod val="50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7" name="Retângulo 76" descr="elemento decorativo">
            <a:extLst>
              <a:ext uri="{FF2B5EF4-FFF2-40B4-BE49-F238E27FC236}">
                <a16:creationId xmlns:a16="http://schemas.microsoft.com/office/drawing/2014/main" id="{4F529341-8FA5-47B2-9E15-194CDF1D9DDA}"/>
              </a:ext>
            </a:extLst>
          </p:cNvPr>
          <p:cNvSpPr/>
          <p:nvPr/>
        </p:nvSpPr>
        <p:spPr>
          <a:xfrm>
            <a:off x="1192782" y="6385235"/>
            <a:ext cx="108000" cy="108000"/>
          </a:xfrm>
          <a:prstGeom prst="rect">
            <a:avLst/>
          </a:prstGeom>
          <a:solidFill>
            <a:schemeClr val="accent6">
              <a:lumMod val="50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8" name="Retângulo 77" descr="elemento decorativo">
            <a:extLst>
              <a:ext uri="{FF2B5EF4-FFF2-40B4-BE49-F238E27FC236}">
                <a16:creationId xmlns:a16="http://schemas.microsoft.com/office/drawing/2014/main" id="{EDFF40B5-1A93-4EDA-B68E-1A9D8E19D605}"/>
              </a:ext>
            </a:extLst>
          </p:cNvPr>
          <p:cNvSpPr/>
          <p:nvPr/>
        </p:nvSpPr>
        <p:spPr>
          <a:xfrm>
            <a:off x="563407" y="6385235"/>
            <a:ext cx="108000" cy="108000"/>
          </a:xfrm>
          <a:prstGeom prst="rect">
            <a:avLst/>
          </a:prstGeom>
          <a:solidFill>
            <a:schemeClr val="accent1">
              <a:lumMod val="75000"/>
            </a:schemeClr>
          </a:solidFill>
          <a:ln>
            <a:noFill/>
          </a:ln>
          <a:effectLst/>
          <a:scene3d>
            <a:camera prst="orthographicFront"/>
            <a:lightRig rig="brightRoom" dir="t"/>
          </a:scene3d>
          <a:sp3d extrusionH="1270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spcBef>
                <a:spcPct val="0"/>
              </a:spcBef>
              <a:spcAft>
                <a:spcPct val="35000"/>
              </a:spcAft>
              <a:buNone/>
            </a:pPr>
            <a:endParaRPr lang="pt-BR" sz="700" kern="1200">
              <a:solidFill>
                <a:schemeClr val="bg1"/>
              </a:solidFill>
            </a:endParaRPr>
          </a:p>
        </p:txBody>
      </p:sp>
      <p:sp>
        <p:nvSpPr>
          <p:cNvPr id="79" name="Retângulo 78" descr="elemento decorativo">
            <a:extLst>
              <a:ext uri="{FF2B5EF4-FFF2-40B4-BE49-F238E27FC236}">
                <a16:creationId xmlns:a16="http://schemas.microsoft.com/office/drawing/2014/main" id="{BA1E13D3-E68D-46A4-A4EA-68F8BB9B8BDA}"/>
              </a:ext>
            </a:extLst>
          </p:cNvPr>
          <p:cNvSpPr/>
          <p:nvPr/>
        </p:nvSpPr>
        <p:spPr>
          <a:xfrm>
            <a:off x="704347" y="6385235"/>
            <a:ext cx="542435"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Doméstico</a:t>
            </a:r>
          </a:p>
        </p:txBody>
      </p:sp>
      <p:sp>
        <p:nvSpPr>
          <p:cNvPr id="80" name="Retângulo 79" descr="elemento decorativo">
            <a:extLst>
              <a:ext uri="{FF2B5EF4-FFF2-40B4-BE49-F238E27FC236}">
                <a16:creationId xmlns:a16="http://schemas.microsoft.com/office/drawing/2014/main" id="{DBD7CA8D-3635-4C1A-A9A1-D1053B519FF7}"/>
              </a:ext>
            </a:extLst>
          </p:cNvPr>
          <p:cNvSpPr/>
          <p:nvPr/>
        </p:nvSpPr>
        <p:spPr>
          <a:xfrm>
            <a:off x="1335533" y="6385235"/>
            <a:ext cx="486599"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Nacional</a:t>
            </a:r>
          </a:p>
        </p:txBody>
      </p:sp>
      <p:sp>
        <p:nvSpPr>
          <p:cNvPr id="81" name="Retângulo 80" descr="elemento decorativo">
            <a:extLst>
              <a:ext uri="{FF2B5EF4-FFF2-40B4-BE49-F238E27FC236}">
                <a16:creationId xmlns:a16="http://schemas.microsoft.com/office/drawing/2014/main" id="{3A779433-1A34-4B86-ADEE-BBB2F01C2FDA}"/>
              </a:ext>
            </a:extLst>
          </p:cNvPr>
          <p:cNvSpPr/>
          <p:nvPr/>
        </p:nvSpPr>
        <p:spPr>
          <a:xfrm>
            <a:off x="1978420" y="6385235"/>
            <a:ext cx="629350" cy="108000"/>
          </a:xfrm>
          <a:prstGeom prst="rect">
            <a:avLst/>
          </a:prstGeom>
          <a:noFill/>
          <a:ln w="3175">
            <a:noFill/>
          </a:ln>
          <a:effectLst/>
          <a:scene3d>
            <a:camera prst="orthographicFront"/>
            <a:lightRig rig="soft" dir="t"/>
          </a:scene3d>
          <a:sp3d extrusionH="1270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715" tIns="0" rIns="5715" bIns="0" numCol="1" spcCol="1270" rtlCol="0" anchor="ctr" anchorCtr="0">
            <a:noAutofit/>
            <a:flatTx/>
          </a:bodyPr>
          <a:lstStyle/>
          <a:p>
            <a:pPr defTabSz="400050" rtl="0">
              <a:spcBef>
                <a:spcPct val="0"/>
              </a:spcBef>
              <a:spcAft>
                <a:spcPct val="35000"/>
              </a:spcAft>
            </a:pPr>
            <a:r>
              <a:rPr lang="pt-BR" sz="700">
                <a:solidFill>
                  <a:schemeClr val="tx1"/>
                </a:solidFill>
              </a:rPr>
              <a:t>Serviços</a:t>
            </a:r>
          </a:p>
        </p:txBody>
      </p:sp>
      <p:grpSp>
        <p:nvGrpSpPr>
          <p:cNvPr id="57" name="Grupo 56">
            <a:extLst>
              <a:ext uri="{FF2B5EF4-FFF2-40B4-BE49-F238E27FC236}">
                <a16:creationId xmlns:a16="http://schemas.microsoft.com/office/drawing/2014/main" id="{D54DA3D9-59D0-4F4F-983C-A76D2B3CC368}"/>
              </a:ext>
              <a:ext uri="{C183D7F6-B498-43B3-948B-1728B52AA6E4}">
                <adec:decorative xmlns:adec="http://schemas.microsoft.com/office/drawing/2017/decorative" val="1"/>
              </a:ext>
            </a:extLst>
          </p:cNvPr>
          <p:cNvGrpSpPr/>
          <p:nvPr/>
        </p:nvGrpSpPr>
        <p:grpSpPr>
          <a:xfrm>
            <a:off x="1077429" y="3090121"/>
            <a:ext cx="1389332" cy="544407"/>
            <a:chOff x="1077429" y="3090121"/>
            <a:chExt cx="1389332" cy="544407"/>
          </a:xfrm>
        </p:grpSpPr>
        <p:sp>
          <p:nvSpPr>
            <p:cNvPr id="20" name="Retângulo 19">
              <a:extLst>
                <a:ext uri="{FF2B5EF4-FFF2-40B4-BE49-F238E27FC236}">
                  <a16:creationId xmlns:a16="http://schemas.microsoft.com/office/drawing/2014/main" id="{0029A321-0399-4DB3-824C-DA4E14750813}"/>
                </a:ext>
              </a:extLst>
            </p:cNvPr>
            <p:cNvSpPr/>
            <p:nvPr/>
          </p:nvSpPr>
          <p:spPr>
            <a:xfrm>
              <a:off x="1077429" y="3090121"/>
              <a:ext cx="1368000" cy="509451"/>
            </a:xfrm>
            <a:prstGeom prst="rect">
              <a:avLst/>
            </a:prstGeom>
            <a:gradFill>
              <a:gsLst>
                <a:gs pos="0">
                  <a:schemeClr val="bg1"/>
                </a:gs>
                <a:gs pos="100000">
                  <a:schemeClr val="bg1">
                    <a:lumMod val="85000"/>
                  </a:schemeClr>
                </a:gs>
              </a:gsLst>
              <a:lin ang="5400000" scaled="0"/>
            </a:gra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prstClr val="black"/>
                  </a:solidFill>
                </a:rPr>
                <a:t>Irene Lobo </a:t>
              </a:r>
            </a:p>
          </p:txBody>
        </p:sp>
        <p:sp>
          <p:nvSpPr>
            <p:cNvPr id="21" name="Retângulo 20">
              <a:extLst>
                <a:ext uri="{FF2B5EF4-FFF2-40B4-BE49-F238E27FC236}">
                  <a16:creationId xmlns:a16="http://schemas.microsoft.com/office/drawing/2014/main" id="{7DE93077-A072-4F71-B4E5-B6914C0904BB}"/>
                </a:ext>
              </a:extLst>
            </p:cNvPr>
            <p:cNvSpPr/>
            <p:nvPr/>
          </p:nvSpPr>
          <p:spPr>
            <a:xfrm>
              <a:off x="1098761"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dirty="0">
                  <a:solidFill>
                    <a:schemeClr val="bg1"/>
                  </a:solidFill>
                </a:rPr>
                <a:t>VP Finanças</a:t>
              </a:r>
            </a:p>
          </p:txBody>
        </p:sp>
      </p:grpSp>
      <p:grpSp>
        <p:nvGrpSpPr>
          <p:cNvPr id="138" name="Grupo 137">
            <a:extLst>
              <a:ext uri="{FF2B5EF4-FFF2-40B4-BE49-F238E27FC236}">
                <a16:creationId xmlns:a16="http://schemas.microsoft.com/office/drawing/2014/main" id="{07C53C7C-9C75-4E6E-9500-2316F030F37D}"/>
              </a:ext>
              <a:ext uri="{C183D7F6-B498-43B3-948B-1728B52AA6E4}">
                <adec:decorative xmlns:adec="http://schemas.microsoft.com/office/drawing/2017/decorative" val="1"/>
              </a:ext>
            </a:extLst>
          </p:cNvPr>
          <p:cNvGrpSpPr/>
          <p:nvPr/>
        </p:nvGrpSpPr>
        <p:grpSpPr>
          <a:xfrm>
            <a:off x="1077429" y="4051495"/>
            <a:ext cx="1386951" cy="498158"/>
            <a:chOff x="1077429" y="4051495"/>
            <a:chExt cx="1386951" cy="498158"/>
          </a:xfrm>
        </p:grpSpPr>
        <p:sp>
          <p:nvSpPr>
            <p:cNvPr id="26" name="Retângulo 25">
              <a:extLst>
                <a:ext uri="{FF2B5EF4-FFF2-40B4-BE49-F238E27FC236}">
                  <a16:creationId xmlns:a16="http://schemas.microsoft.com/office/drawing/2014/main" id="{C528EB85-15F8-42A3-98E3-2D8D1CD414EE}"/>
                </a:ext>
              </a:extLst>
            </p:cNvPr>
            <p:cNvSpPr/>
            <p:nvPr/>
          </p:nvSpPr>
          <p:spPr>
            <a:xfrm>
              <a:off x="1077429"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err="1">
                  <a:solidFill>
                    <a:schemeClr val="bg1"/>
                  </a:solidFill>
                </a:rPr>
                <a:t>Suse</a:t>
              </a:r>
              <a:r>
                <a:rPr lang="pt-BR" sz="800" dirty="0">
                  <a:solidFill>
                    <a:schemeClr val="bg1"/>
                  </a:solidFill>
                </a:rPr>
                <a:t> </a:t>
              </a:r>
            </a:p>
          </p:txBody>
        </p:sp>
        <p:sp>
          <p:nvSpPr>
            <p:cNvPr id="27" name="Retângulo 26">
              <a:extLst>
                <a:ext uri="{FF2B5EF4-FFF2-40B4-BE49-F238E27FC236}">
                  <a16:creationId xmlns:a16="http://schemas.microsoft.com/office/drawing/2014/main" id="{28C6A703-BEF9-4430-ACCD-990190E45411}"/>
                </a:ext>
              </a:extLst>
            </p:cNvPr>
            <p:cNvSpPr/>
            <p:nvPr/>
          </p:nvSpPr>
          <p:spPr>
            <a:xfrm>
              <a:off x="1096380"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Contabilidade</a:t>
              </a:r>
            </a:p>
          </p:txBody>
        </p:sp>
      </p:grpSp>
      <p:grpSp>
        <p:nvGrpSpPr>
          <p:cNvPr id="62" name="Grupo 61">
            <a:extLst>
              <a:ext uri="{FF2B5EF4-FFF2-40B4-BE49-F238E27FC236}">
                <a16:creationId xmlns:a16="http://schemas.microsoft.com/office/drawing/2014/main" id="{6B70B1D5-F5F8-429D-818A-E1CFA491E8B4}"/>
              </a:ext>
              <a:ext uri="{C183D7F6-B498-43B3-948B-1728B52AA6E4}">
                <adec:decorative xmlns:adec="http://schemas.microsoft.com/office/drawing/2017/decorative" val="1"/>
              </a:ext>
            </a:extLst>
          </p:cNvPr>
          <p:cNvGrpSpPr/>
          <p:nvPr/>
        </p:nvGrpSpPr>
        <p:grpSpPr>
          <a:xfrm>
            <a:off x="2810778" y="3090121"/>
            <a:ext cx="1386596" cy="544407"/>
            <a:chOff x="2810778" y="3090121"/>
            <a:chExt cx="1386596" cy="544407"/>
          </a:xfrm>
        </p:grpSpPr>
        <p:sp>
          <p:nvSpPr>
            <p:cNvPr id="28" name="Retângulo 27">
              <a:extLst>
                <a:ext uri="{FF2B5EF4-FFF2-40B4-BE49-F238E27FC236}">
                  <a16:creationId xmlns:a16="http://schemas.microsoft.com/office/drawing/2014/main" id="{56964EBE-33D8-40BB-B16A-3066802FB416}"/>
                </a:ext>
              </a:extLst>
            </p:cNvPr>
            <p:cNvSpPr/>
            <p:nvPr/>
          </p:nvSpPr>
          <p:spPr>
            <a:xfrm>
              <a:off x="2810778" y="3090121"/>
              <a:ext cx="1368000" cy="509451"/>
            </a:xfrm>
            <a:prstGeom prst="rect">
              <a:avLst/>
            </a:prstGeom>
            <a:gradFill>
              <a:gsLst>
                <a:gs pos="0">
                  <a:schemeClr val="bg1"/>
                </a:gs>
                <a:gs pos="100000">
                  <a:schemeClr val="bg1">
                    <a:lumMod val="85000"/>
                  </a:schemeClr>
                </a:gs>
              </a:gsLst>
              <a:lin ang="5400000" scaled="0"/>
            </a:gra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prstClr val="black"/>
                  </a:solidFill>
                </a:rPr>
                <a:t>Luiz Guilherme L.</a:t>
              </a:r>
            </a:p>
          </p:txBody>
        </p:sp>
        <p:sp>
          <p:nvSpPr>
            <p:cNvPr id="29" name="Retângulo 28">
              <a:extLst>
                <a:ext uri="{FF2B5EF4-FFF2-40B4-BE49-F238E27FC236}">
                  <a16:creationId xmlns:a16="http://schemas.microsoft.com/office/drawing/2014/main" id="{DCCA4BC2-1846-46B3-9533-96FEFE089BA1}"/>
                </a:ext>
              </a:extLst>
            </p:cNvPr>
            <p:cNvSpPr/>
            <p:nvPr/>
          </p:nvSpPr>
          <p:spPr>
            <a:xfrm>
              <a:off x="2829374"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Tecnologia</a:t>
              </a:r>
            </a:p>
          </p:txBody>
        </p:sp>
      </p:grpSp>
      <p:grpSp>
        <p:nvGrpSpPr>
          <p:cNvPr id="140" name="Grupo 139">
            <a:extLst>
              <a:ext uri="{FF2B5EF4-FFF2-40B4-BE49-F238E27FC236}">
                <a16:creationId xmlns:a16="http://schemas.microsoft.com/office/drawing/2014/main" id="{91583C73-E927-4193-8569-B83152B72606}"/>
              </a:ext>
              <a:ext uri="{C183D7F6-B498-43B3-948B-1728B52AA6E4}">
                <adec:decorative xmlns:adec="http://schemas.microsoft.com/office/drawing/2017/decorative" val="1"/>
              </a:ext>
            </a:extLst>
          </p:cNvPr>
          <p:cNvGrpSpPr/>
          <p:nvPr/>
        </p:nvGrpSpPr>
        <p:grpSpPr>
          <a:xfrm>
            <a:off x="2810778" y="4051495"/>
            <a:ext cx="1386596" cy="498158"/>
            <a:chOff x="2810778" y="4051495"/>
            <a:chExt cx="1386596" cy="498158"/>
          </a:xfrm>
        </p:grpSpPr>
        <p:sp>
          <p:nvSpPr>
            <p:cNvPr id="30" name="Retângulo 29">
              <a:extLst>
                <a:ext uri="{FF2B5EF4-FFF2-40B4-BE49-F238E27FC236}">
                  <a16:creationId xmlns:a16="http://schemas.microsoft.com/office/drawing/2014/main" id="{F2350EF6-B24B-41AA-B3DC-F43A3BC6578A}"/>
                </a:ext>
              </a:extLst>
            </p:cNvPr>
            <p:cNvSpPr/>
            <p:nvPr/>
          </p:nvSpPr>
          <p:spPr>
            <a:xfrm>
              <a:off x="2810778"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dirty="0">
                  <a:solidFill>
                    <a:schemeClr val="bg1"/>
                  </a:solidFill>
                </a:rPr>
                <a:t>Marcio </a:t>
              </a:r>
            </a:p>
          </p:txBody>
        </p:sp>
        <p:sp>
          <p:nvSpPr>
            <p:cNvPr id="31" name="Retângulo 30">
              <a:extLst>
                <a:ext uri="{FF2B5EF4-FFF2-40B4-BE49-F238E27FC236}">
                  <a16:creationId xmlns:a16="http://schemas.microsoft.com/office/drawing/2014/main" id="{CCCB8C39-02E6-4BD6-9530-CEB60AE131E0}"/>
                </a:ext>
              </a:extLst>
            </p:cNvPr>
            <p:cNvSpPr/>
            <p:nvPr/>
          </p:nvSpPr>
          <p:spPr>
            <a:xfrm>
              <a:off x="2829374"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Suporte técnico</a:t>
              </a:r>
            </a:p>
          </p:txBody>
        </p:sp>
      </p:grpSp>
      <p:grpSp>
        <p:nvGrpSpPr>
          <p:cNvPr id="69" name="Grupo 68">
            <a:extLst>
              <a:ext uri="{FF2B5EF4-FFF2-40B4-BE49-F238E27FC236}">
                <a16:creationId xmlns:a16="http://schemas.microsoft.com/office/drawing/2014/main" id="{1D0C17FD-0081-40EF-A9FD-74C7001B881A}"/>
              </a:ext>
              <a:ext uri="{C183D7F6-B498-43B3-948B-1728B52AA6E4}">
                <adec:decorative xmlns:adec="http://schemas.microsoft.com/office/drawing/2017/decorative" val="1"/>
              </a:ext>
            </a:extLst>
          </p:cNvPr>
          <p:cNvGrpSpPr/>
          <p:nvPr/>
        </p:nvGrpSpPr>
        <p:grpSpPr>
          <a:xfrm>
            <a:off x="4544127" y="3090121"/>
            <a:ext cx="1388313" cy="544407"/>
            <a:chOff x="4544127" y="3090121"/>
            <a:chExt cx="1388313" cy="544407"/>
          </a:xfrm>
        </p:grpSpPr>
        <p:sp>
          <p:nvSpPr>
            <p:cNvPr id="32" name="Retângulo 31">
              <a:extLst>
                <a:ext uri="{FF2B5EF4-FFF2-40B4-BE49-F238E27FC236}">
                  <a16:creationId xmlns:a16="http://schemas.microsoft.com/office/drawing/2014/main" id="{889D3686-F316-4353-8E34-486E47731DEA}"/>
                </a:ext>
              </a:extLst>
            </p:cNvPr>
            <p:cNvSpPr/>
            <p:nvPr/>
          </p:nvSpPr>
          <p:spPr>
            <a:xfrm>
              <a:off x="4544127" y="3090121"/>
              <a:ext cx="1368000" cy="509451"/>
            </a:xfrm>
            <a:prstGeom prst="rect">
              <a:avLst/>
            </a:prstGeom>
            <a:solidFill>
              <a:schemeClr val="bg1"/>
            </a:soli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Marcio </a:t>
              </a:r>
            </a:p>
          </p:txBody>
        </p:sp>
        <p:sp>
          <p:nvSpPr>
            <p:cNvPr id="33" name="Retângulo 32">
              <a:extLst>
                <a:ext uri="{FF2B5EF4-FFF2-40B4-BE49-F238E27FC236}">
                  <a16:creationId xmlns:a16="http://schemas.microsoft.com/office/drawing/2014/main" id="{59BC051C-564D-4692-A9F7-7318F9F117E2}"/>
                </a:ext>
              </a:extLst>
            </p:cNvPr>
            <p:cNvSpPr/>
            <p:nvPr/>
          </p:nvSpPr>
          <p:spPr>
            <a:xfrm>
              <a:off x="4564440" y="3526528"/>
              <a:ext cx="1368000" cy="108000"/>
            </a:xfrm>
            <a:prstGeom prst="rect">
              <a:avLst/>
            </a:prstGeom>
            <a:solidFill>
              <a:schemeClr val="accent1">
                <a:lumMod val="75000"/>
              </a:schemeClr>
            </a:solidFill>
            <a:ln>
              <a:noFill/>
            </a:ln>
            <a:effectLst>
              <a:glow rad="254000">
                <a:schemeClr val="accent1">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Operações</a:t>
              </a:r>
            </a:p>
          </p:txBody>
        </p:sp>
      </p:grpSp>
      <p:grpSp>
        <p:nvGrpSpPr>
          <p:cNvPr id="143" name="Grupo 142">
            <a:extLst>
              <a:ext uri="{FF2B5EF4-FFF2-40B4-BE49-F238E27FC236}">
                <a16:creationId xmlns:a16="http://schemas.microsoft.com/office/drawing/2014/main" id="{A7FDD8A7-CFFE-444B-B060-3135DC79A035}"/>
              </a:ext>
              <a:ext uri="{C183D7F6-B498-43B3-948B-1728B52AA6E4}">
                <adec:decorative xmlns:adec="http://schemas.microsoft.com/office/drawing/2017/decorative" val="1"/>
              </a:ext>
            </a:extLst>
          </p:cNvPr>
          <p:cNvGrpSpPr/>
          <p:nvPr/>
        </p:nvGrpSpPr>
        <p:grpSpPr>
          <a:xfrm>
            <a:off x="4544127" y="4051495"/>
            <a:ext cx="1388313" cy="498158"/>
            <a:chOff x="4544127" y="4051495"/>
            <a:chExt cx="1388313" cy="498158"/>
          </a:xfrm>
        </p:grpSpPr>
        <p:sp>
          <p:nvSpPr>
            <p:cNvPr id="34" name="Retângulo 33">
              <a:extLst>
                <a:ext uri="{FF2B5EF4-FFF2-40B4-BE49-F238E27FC236}">
                  <a16:creationId xmlns:a16="http://schemas.microsoft.com/office/drawing/2014/main" id="{D40A1091-7963-4FCA-B6AC-CF2BAC353AB4}"/>
                </a:ext>
              </a:extLst>
            </p:cNvPr>
            <p:cNvSpPr/>
            <p:nvPr/>
          </p:nvSpPr>
          <p:spPr>
            <a:xfrm>
              <a:off x="4544127" y="4051495"/>
              <a:ext cx="1368000" cy="479160"/>
            </a:xfrm>
            <a:prstGeom prst="rect">
              <a:avLst/>
            </a:prstGeom>
            <a:solidFill>
              <a:schemeClr val="accent1">
                <a:lumMod val="75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endParaRPr lang="pt-BR" sz="800" dirty="0">
                <a:solidFill>
                  <a:schemeClr val="bg1"/>
                </a:solidFill>
              </a:endParaRPr>
            </a:p>
          </p:txBody>
        </p:sp>
        <p:sp>
          <p:nvSpPr>
            <p:cNvPr id="35" name="Retângulo 34">
              <a:extLst>
                <a:ext uri="{FF2B5EF4-FFF2-40B4-BE49-F238E27FC236}">
                  <a16:creationId xmlns:a16="http://schemas.microsoft.com/office/drawing/2014/main" id="{2B15FDBC-A1A2-4EF5-8C71-FAA9372402A8}"/>
                </a:ext>
              </a:extLst>
            </p:cNvPr>
            <p:cNvSpPr/>
            <p:nvPr/>
          </p:nvSpPr>
          <p:spPr>
            <a:xfrm>
              <a:off x="4564440"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Instalações</a:t>
              </a:r>
            </a:p>
          </p:txBody>
        </p:sp>
      </p:grpSp>
      <p:grpSp>
        <p:nvGrpSpPr>
          <p:cNvPr id="72" name="Grupo 71">
            <a:extLst>
              <a:ext uri="{FF2B5EF4-FFF2-40B4-BE49-F238E27FC236}">
                <a16:creationId xmlns:a16="http://schemas.microsoft.com/office/drawing/2014/main" id="{86A6D505-4CAD-4827-A8B4-1F7AC0D804FA}"/>
              </a:ext>
              <a:ext uri="{C183D7F6-B498-43B3-948B-1728B52AA6E4}">
                <adec:decorative xmlns:adec="http://schemas.microsoft.com/office/drawing/2017/decorative" val="1"/>
              </a:ext>
            </a:extLst>
          </p:cNvPr>
          <p:cNvGrpSpPr/>
          <p:nvPr/>
        </p:nvGrpSpPr>
        <p:grpSpPr>
          <a:xfrm>
            <a:off x="6277476" y="3090121"/>
            <a:ext cx="1389615" cy="544407"/>
            <a:chOff x="6277476" y="3090121"/>
            <a:chExt cx="1389615" cy="544407"/>
          </a:xfrm>
        </p:grpSpPr>
        <p:sp>
          <p:nvSpPr>
            <p:cNvPr id="36" name="Retângulo 35">
              <a:extLst>
                <a:ext uri="{FF2B5EF4-FFF2-40B4-BE49-F238E27FC236}">
                  <a16:creationId xmlns:a16="http://schemas.microsoft.com/office/drawing/2014/main" id="{7680BFC0-C377-43B7-B23F-4331CD268525}"/>
                </a:ext>
              </a:extLst>
            </p:cNvPr>
            <p:cNvSpPr/>
            <p:nvPr/>
          </p:nvSpPr>
          <p:spPr>
            <a:xfrm>
              <a:off x="6277476" y="3090121"/>
              <a:ext cx="1368000" cy="509451"/>
            </a:xfrm>
            <a:prstGeom prst="rect">
              <a:avLst/>
            </a:prstGeom>
            <a:solidFill>
              <a:schemeClr val="bg1"/>
            </a:solidFill>
            <a:ln w="3175"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Luiz Guilherme L.</a:t>
              </a:r>
            </a:p>
          </p:txBody>
        </p:sp>
        <p:sp>
          <p:nvSpPr>
            <p:cNvPr id="37" name="Retângulo 36">
              <a:extLst>
                <a:ext uri="{FF2B5EF4-FFF2-40B4-BE49-F238E27FC236}">
                  <a16:creationId xmlns:a16="http://schemas.microsoft.com/office/drawing/2014/main" id="{69AD1D87-4B90-4FEC-8865-92DD51544D7D}"/>
                </a:ext>
              </a:extLst>
            </p:cNvPr>
            <p:cNvSpPr/>
            <p:nvPr/>
          </p:nvSpPr>
          <p:spPr>
            <a:xfrm>
              <a:off x="6299091" y="3526528"/>
              <a:ext cx="1368000" cy="108000"/>
            </a:xfrm>
            <a:prstGeom prst="rect">
              <a:avLst/>
            </a:prstGeom>
            <a:solidFill>
              <a:schemeClr val="accent6">
                <a:lumMod val="50000"/>
              </a:schemeClr>
            </a:solidFill>
            <a:ln>
              <a:noFill/>
            </a:ln>
            <a:effectLst>
              <a:glow rad="254000">
                <a:schemeClr val="accent6">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VP Marketing</a:t>
              </a:r>
            </a:p>
          </p:txBody>
        </p:sp>
      </p:grpSp>
      <p:grpSp>
        <p:nvGrpSpPr>
          <p:cNvPr id="144" name="Grupo 143">
            <a:extLst>
              <a:ext uri="{FF2B5EF4-FFF2-40B4-BE49-F238E27FC236}">
                <a16:creationId xmlns:a16="http://schemas.microsoft.com/office/drawing/2014/main" id="{04579025-F527-4A55-A6B5-338B383A1A74}"/>
              </a:ext>
              <a:ext uri="{C183D7F6-B498-43B3-948B-1728B52AA6E4}">
                <adec:decorative xmlns:adec="http://schemas.microsoft.com/office/drawing/2017/decorative" val="1"/>
              </a:ext>
            </a:extLst>
          </p:cNvPr>
          <p:cNvGrpSpPr/>
          <p:nvPr/>
        </p:nvGrpSpPr>
        <p:grpSpPr>
          <a:xfrm>
            <a:off x="6277476" y="4051495"/>
            <a:ext cx="1386440" cy="498158"/>
            <a:chOff x="6277476" y="4051495"/>
            <a:chExt cx="1386440" cy="498158"/>
          </a:xfrm>
        </p:grpSpPr>
        <p:sp>
          <p:nvSpPr>
            <p:cNvPr id="38" name="Retângulo 37">
              <a:extLst>
                <a:ext uri="{FF2B5EF4-FFF2-40B4-BE49-F238E27FC236}">
                  <a16:creationId xmlns:a16="http://schemas.microsoft.com/office/drawing/2014/main" id="{C272C496-4A46-4123-A5F8-40592F71F89A}"/>
                </a:ext>
              </a:extLst>
            </p:cNvPr>
            <p:cNvSpPr/>
            <p:nvPr/>
          </p:nvSpPr>
          <p:spPr>
            <a:xfrm>
              <a:off x="6277476" y="4051495"/>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APRIL HANSSON</a:t>
              </a:r>
            </a:p>
          </p:txBody>
        </p:sp>
        <p:sp>
          <p:nvSpPr>
            <p:cNvPr id="39" name="Retângulo 38">
              <a:extLst>
                <a:ext uri="{FF2B5EF4-FFF2-40B4-BE49-F238E27FC236}">
                  <a16:creationId xmlns:a16="http://schemas.microsoft.com/office/drawing/2014/main" id="{C0583B2E-1A07-48B4-8107-B43A7385C451}"/>
                </a:ext>
              </a:extLst>
            </p:cNvPr>
            <p:cNvSpPr/>
            <p:nvPr/>
          </p:nvSpPr>
          <p:spPr>
            <a:xfrm>
              <a:off x="6295916"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Gerente de Projetos</a:t>
              </a:r>
            </a:p>
          </p:txBody>
        </p:sp>
      </p:grpSp>
      <p:grpSp>
        <p:nvGrpSpPr>
          <p:cNvPr id="90" name="Grupo 89">
            <a:extLst>
              <a:ext uri="{FF2B5EF4-FFF2-40B4-BE49-F238E27FC236}">
                <a16:creationId xmlns:a16="http://schemas.microsoft.com/office/drawing/2014/main" id="{E4B64F0C-D8B5-4B34-A22A-D85D0F7D2F51}"/>
              </a:ext>
              <a:ext uri="{C183D7F6-B498-43B3-948B-1728B52AA6E4}">
                <adec:decorative xmlns:adec="http://schemas.microsoft.com/office/drawing/2017/decorative" val="1"/>
              </a:ext>
            </a:extLst>
          </p:cNvPr>
          <p:cNvGrpSpPr/>
          <p:nvPr/>
        </p:nvGrpSpPr>
        <p:grpSpPr>
          <a:xfrm>
            <a:off x="8010825" y="3090121"/>
            <a:ext cx="1386544" cy="544407"/>
            <a:chOff x="8010825" y="3090121"/>
            <a:chExt cx="1386544" cy="544407"/>
          </a:xfrm>
        </p:grpSpPr>
        <p:sp>
          <p:nvSpPr>
            <p:cNvPr id="40" name="Retângulo 39">
              <a:extLst>
                <a:ext uri="{FF2B5EF4-FFF2-40B4-BE49-F238E27FC236}">
                  <a16:creationId xmlns:a16="http://schemas.microsoft.com/office/drawing/2014/main" id="{FDBD7287-E572-4289-A072-B39B574151C1}"/>
                </a:ext>
              </a:extLst>
            </p:cNvPr>
            <p:cNvSpPr/>
            <p:nvPr/>
          </p:nvSpPr>
          <p:spPr>
            <a:xfrm>
              <a:off x="8010825" y="3090121"/>
              <a:ext cx="1368000" cy="509451"/>
            </a:xfrm>
            <a:prstGeom prst="rect">
              <a:avLst/>
            </a:prstGeom>
            <a:gradFill>
              <a:gsLst>
                <a:gs pos="0">
                  <a:schemeClr val="bg1"/>
                </a:gs>
                <a:gs pos="100000">
                  <a:schemeClr val="bg1">
                    <a:lumMod val="85000"/>
                  </a:schemeClr>
                </a:gs>
              </a:gsLst>
              <a:lin ang="5400000" scaled="0"/>
            </a:gradFill>
            <a:ln w="3175">
              <a:solidFill>
                <a:schemeClr val="bg1">
                  <a:lumMod val="85000"/>
                </a:schemeClr>
              </a:solidFill>
            </a:ln>
            <a:effectLst/>
            <a:scene3d>
              <a:camera prst="obliqueTopLeft"/>
              <a:lightRig rig="soft" dir="t"/>
            </a:scene3d>
            <a:sp3d extrusionH="1905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000" tIns="5715" rIns="72000"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Peres </a:t>
              </a:r>
            </a:p>
          </p:txBody>
        </p:sp>
        <p:sp>
          <p:nvSpPr>
            <p:cNvPr id="41" name="Retângulo 40">
              <a:extLst>
                <a:ext uri="{FF2B5EF4-FFF2-40B4-BE49-F238E27FC236}">
                  <a16:creationId xmlns:a16="http://schemas.microsoft.com/office/drawing/2014/main" id="{B90170B1-F933-4621-B15D-52CA42553300}"/>
                </a:ext>
              </a:extLst>
            </p:cNvPr>
            <p:cNvSpPr/>
            <p:nvPr/>
          </p:nvSpPr>
          <p:spPr>
            <a:xfrm>
              <a:off x="8029369" y="3526528"/>
              <a:ext cx="1368000" cy="108000"/>
            </a:xfrm>
            <a:prstGeom prst="rect">
              <a:avLst/>
            </a:prstGeom>
            <a:solidFill>
              <a:schemeClr val="accent6">
                <a:lumMod val="50000"/>
              </a:schemeClr>
            </a:solidFill>
            <a:ln>
              <a:noFill/>
            </a:ln>
            <a:effectLst>
              <a:glow rad="254000">
                <a:schemeClr val="accent6">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VP produção</a:t>
              </a:r>
            </a:p>
          </p:txBody>
        </p:sp>
      </p:grpSp>
      <p:grpSp>
        <p:nvGrpSpPr>
          <p:cNvPr id="145" name="Grupo 144">
            <a:extLst>
              <a:ext uri="{FF2B5EF4-FFF2-40B4-BE49-F238E27FC236}">
                <a16:creationId xmlns:a16="http://schemas.microsoft.com/office/drawing/2014/main" id="{95741A74-6DB1-40BD-9452-1999AAD4800C}"/>
              </a:ext>
              <a:ext uri="{C183D7F6-B498-43B3-948B-1728B52AA6E4}">
                <adec:decorative xmlns:adec="http://schemas.microsoft.com/office/drawing/2017/decorative" val="1"/>
              </a:ext>
            </a:extLst>
          </p:cNvPr>
          <p:cNvGrpSpPr/>
          <p:nvPr/>
        </p:nvGrpSpPr>
        <p:grpSpPr>
          <a:xfrm>
            <a:off x="7996029" y="4051495"/>
            <a:ext cx="1386733" cy="498158"/>
            <a:chOff x="7996029" y="4051495"/>
            <a:chExt cx="1386733" cy="498158"/>
          </a:xfrm>
        </p:grpSpPr>
        <p:sp>
          <p:nvSpPr>
            <p:cNvPr id="42" name="Retângulo 41">
              <a:extLst>
                <a:ext uri="{FF2B5EF4-FFF2-40B4-BE49-F238E27FC236}">
                  <a16:creationId xmlns:a16="http://schemas.microsoft.com/office/drawing/2014/main" id="{FF9EF12D-D119-41E7-90F8-A9AB35D26DCB}"/>
                </a:ext>
              </a:extLst>
            </p:cNvPr>
            <p:cNvSpPr/>
            <p:nvPr/>
          </p:nvSpPr>
          <p:spPr>
            <a:xfrm>
              <a:off x="7996029" y="4051495"/>
              <a:ext cx="1368000" cy="479160"/>
            </a:xfrm>
            <a:prstGeom prst="rect">
              <a:avLst/>
            </a:prstGeom>
            <a:solidFill>
              <a:schemeClr val="accent6">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JENS MARTENSSON</a:t>
              </a:r>
            </a:p>
          </p:txBody>
        </p:sp>
        <p:sp>
          <p:nvSpPr>
            <p:cNvPr id="43" name="Retângulo 42">
              <a:extLst>
                <a:ext uri="{FF2B5EF4-FFF2-40B4-BE49-F238E27FC236}">
                  <a16:creationId xmlns:a16="http://schemas.microsoft.com/office/drawing/2014/main" id="{35581420-027B-4CC3-91B9-A4B8D2A8A4AA}"/>
                </a:ext>
              </a:extLst>
            </p:cNvPr>
            <p:cNvSpPr/>
            <p:nvPr/>
          </p:nvSpPr>
          <p:spPr>
            <a:xfrm>
              <a:off x="8014762"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Produtos. Gerente</a:t>
              </a:r>
            </a:p>
          </p:txBody>
        </p:sp>
      </p:grpSp>
      <p:grpSp>
        <p:nvGrpSpPr>
          <p:cNvPr id="89" name="Grupo 88">
            <a:extLst>
              <a:ext uri="{FF2B5EF4-FFF2-40B4-BE49-F238E27FC236}">
                <a16:creationId xmlns:a16="http://schemas.microsoft.com/office/drawing/2014/main" id="{484B9E92-D14A-4F75-88C6-459716737C4A}"/>
              </a:ext>
              <a:ext uri="{C183D7F6-B498-43B3-948B-1728B52AA6E4}">
                <adec:decorative xmlns:adec="http://schemas.microsoft.com/office/drawing/2017/decorative" val="1"/>
              </a:ext>
            </a:extLst>
          </p:cNvPr>
          <p:cNvGrpSpPr/>
          <p:nvPr/>
        </p:nvGrpSpPr>
        <p:grpSpPr>
          <a:xfrm>
            <a:off x="9744174" y="3090121"/>
            <a:ext cx="1387558" cy="544407"/>
            <a:chOff x="9744174" y="3090121"/>
            <a:chExt cx="1387558" cy="544407"/>
          </a:xfrm>
        </p:grpSpPr>
        <p:sp>
          <p:nvSpPr>
            <p:cNvPr id="44" name="Retângulo 43">
              <a:extLst>
                <a:ext uri="{FF2B5EF4-FFF2-40B4-BE49-F238E27FC236}">
                  <a16:creationId xmlns:a16="http://schemas.microsoft.com/office/drawing/2014/main" id="{AD59A8A5-B7C2-4281-BC49-3B1FBAB6F7EA}"/>
                </a:ext>
              </a:extLst>
            </p:cNvPr>
            <p:cNvSpPr/>
            <p:nvPr/>
          </p:nvSpPr>
          <p:spPr>
            <a:xfrm>
              <a:off x="9744174" y="3090121"/>
              <a:ext cx="1368000" cy="509451"/>
            </a:xfrm>
            <a:prstGeom prst="rect">
              <a:avLst/>
            </a:prstGeom>
            <a:gradFill>
              <a:gsLst>
                <a:gs pos="0">
                  <a:schemeClr val="bg1"/>
                </a:gs>
                <a:gs pos="100000">
                  <a:schemeClr val="bg1">
                    <a:lumMod val="85000"/>
                  </a:schemeClr>
                </a:gs>
              </a:gsLst>
              <a:lin ang="5400000" scaled="0"/>
            </a:gradFill>
            <a:ln w="3175">
              <a:solidFill>
                <a:schemeClr val="bg1">
                  <a:lumMod val="85000"/>
                </a:schemeClr>
              </a:solidFill>
            </a:ln>
            <a:effectLst/>
            <a:scene3d>
              <a:camera prst="obliqueTopLeft"/>
              <a:lightRig rig="soft" dir="t"/>
            </a:scene3d>
            <a:sp3d extrusionH="190500" prstMaterial="matte">
              <a:contourClr>
                <a:schemeClr val="tx1">
                  <a:lumMod val="50000"/>
                  <a:lumOff val="50000"/>
                </a:schemeClr>
              </a:contourClr>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2000" tIns="5715" rIns="72000" bIns="54011" numCol="1" spcCol="1270" rtlCol="0" anchor="ctr" anchorCtr="0">
              <a:noAutofit/>
              <a:flatTx/>
            </a:bodyPr>
            <a:lstStyle/>
            <a:p>
              <a:pPr marL="0" lvl="0" indent="0" algn="ctr" defTabSz="400050" rtl="0">
                <a:lnSpc>
                  <a:spcPct val="90000"/>
                </a:lnSpc>
                <a:spcBef>
                  <a:spcPct val="0"/>
                </a:spcBef>
                <a:spcAft>
                  <a:spcPct val="35000"/>
                </a:spcAft>
                <a:buNone/>
              </a:pPr>
              <a:r>
                <a:rPr lang="pt-BR" sz="800" kern="1200" dirty="0">
                  <a:solidFill>
                    <a:schemeClr val="tx1"/>
                  </a:solidFill>
                </a:rPr>
                <a:t>Irene Lobo </a:t>
              </a:r>
            </a:p>
          </p:txBody>
        </p:sp>
        <p:sp>
          <p:nvSpPr>
            <p:cNvPr id="45" name="Retângulo 44">
              <a:extLst>
                <a:ext uri="{FF2B5EF4-FFF2-40B4-BE49-F238E27FC236}">
                  <a16:creationId xmlns:a16="http://schemas.microsoft.com/office/drawing/2014/main" id="{706FC325-8328-441D-A7A0-0325372DC7CD}"/>
                </a:ext>
              </a:extLst>
            </p:cNvPr>
            <p:cNvSpPr/>
            <p:nvPr/>
          </p:nvSpPr>
          <p:spPr>
            <a:xfrm>
              <a:off x="9763732" y="3526528"/>
              <a:ext cx="1368000" cy="108000"/>
            </a:xfrm>
            <a:prstGeom prst="rect">
              <a:avLst/>
            </a:prstGeom>
            <a:solidFill>
              <a:schemeClr val="accent3">
                <a:lumMod val="50000"/>
              </a:schemeClr>
            </a:solidFill>
            <a:ln>
              <a:noFill/>
            </a:ln>
            <a:effectLst>
              <a:glow rad="254000">
                <a:schemeClr val="accent3">
                  <a:satMod val="175000"/>
                  <a:alpha val="10000"/>
                </a:schemeClr>
              </a:glow>
            </a:effectLst>
            <a:scene3d>
              <a:camera prst="obliqueTopLeft"/>
              <a:lightRig rig="brightRoom" dir="t"/>
            </a:scene3d>
            <a:sp3d extrusionH="889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5715" rIns="7200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VP Transporte</a:t>
              </a:r>
            </a:p>
          </p:txBody>
        </p:sp>
      </p:grpSp>
      <p:grpSp>
        <p:nvGrpSpPr>
          <p:cNvPr id="148" name="Grupo 147">
            <a:extLst>
              <a:ext uri="{FF2B5EF4-FFF2-40B4-BE49-F238E27FC236}">
                <a16:creationId xmlns:a16="http://schemas.microsoft.com/office/drawing/2014/main" id="{D9FD4753-DC7F-493C-BE0B-6373C7C76B28}"/>
              </a:ext>
              <a:ext uri="{C183D7F6-B498-43B3-948B-1728B52AA6E4}">
                <adec:decorative xmlns:adec="http://schemas.microsoft.com/office/drawing/2017/decorative" val="1"/>
              </a:ext>
            </a:extLst>
          </p:cNvPr>
          <p:cNvGrpSpPr/>
          <p:nvPr/>
        </p:nvGrpSpPr>
        <p:grpSpPr>
          <a:xfrm>
            <a:off x="9744174" y="4051495"/>
            <a:ext cx="1387558" cy="498158"/>
            <a:chOff x="9744174" y="4051495"/>
            <a:chExt cx="1387558" cy="498158"/>
          </a:xfrm>
        </p:grpSpPr>
        <p:sp>
          <p:nvSpPr>
            <p:cNvPr id="46" name="Retângulo 45">
              <a:extLst>
                <a:ext uri="{FF2B5EF4-FFF2-40B4-BE49-F238E27FC236}">
                  <a16:creationId xmlns:a16="http://schemas.microsoft.com/office/drawing/2014/main" id="{69BC14A2-DB10-4691-83A0-958F175A562C}"/>
                </a:ext>
              </a:extLst>
            </p:cNvPr>
            <p:cNvSpPr/>
            <p:nvPr/>
          </p:nvSpPr>
          <p:spPr>
            <a:xfrm>
              <a:off x="9744174" y="4051495"/>
              <a:ext cx="1368000" cy="479160"/>
            </a:xfrm>
            <a:prstGeom prst="rect">
              <a:avLst/>
            </a:prstGeom>
            <a:solidFill>
              <a:schemeClr val="accent3">
                <a:lumMod val="50000"/>
              </a:schemeClr>
            </a:solidFill>
            <a:ln>
              <a:noFill/>
            </a:ln>
            <a:effectLst/>
            <a:scene3d>
              <a:camera prst="obliqueTopLeft"/>
              <a:lightRig rig="brightRoom" dir="t"/>
            </a:scene3d>
            <a:sp3d extrusionH="190500"/>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08000"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ANGELICA HANSSON</a:t>
              </a:r>
            </a:p>
          </p:txBody>
        </p:sp>
        <p:sp>
          <p:nvSpPr>
            <p:cNvPr id="47" name="Retângulo 46">
              <a:extLst>
                <a:ext uri="{FF2B5EF4-FFF2-40B4-BE49-F238E27FC236}">
                  <a16:creationId xmlns:a16="http://schemas.microsoft.com/office/drawing/2014/main" id="{40819124-A8DB-415A-8AA5-9DB14B8A4EFC}"/>
                </a:ext>
              </a:extLst>
            </p:cNvPr>
            <p:cNvSpPr/>
            <p:nvPr/>
          </p:nvSpPr>
          <p:spPr>
            <a:xfrm>
              <a:off x="9763732" y="4441653"/>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algn="ctr" defTabSz="400050" rtl="0">
                <a:lnSpc>
                  <a:spcPct val="90000"/>
                </a:lnSpc>
                <a:spcBef>
                  <a:spcPct val="0"/>
                </a:spcBef>
                <a:spcAft>
                  <a:spcPct val="35000"/>
                </a:spcAft>
              </a:pPr>
              <a:r>
                <a:rPr lang="pt-BR" sz="800">
                  <a:solidFill>
                    <a:schemeClr val="bg1"/>
                  </a:solidFill>
                </a:rPr>
                <a:t>Despacho</a:t>
              </a:r>
            </a:p>
          </p:txBody>
        </p:sp>
      </p:grpSp>
      <p:grpSp>
        <p:nvGrpSpPr>
          <p:cNvPr id="91" name="Grupo 90">
            <a:extLst>
              <a:ext uri="{FF2B5EF4-FFF2-40B4-BE49-F238E27FC236}">
                <a16:creationId xmlns:a16="http://schemas.microsoft.com/office/drawing/2014/main" id="{279F32E5-94F0-43DF-8EB6-84CFB7684F0C}"/>
              </a:ext>
              <a:ext uri="{C183D7F6-B498-43B3-948B-1728B52AA6E4}">
                <adec:decorative xmlns:adec="http://schemas.microsoft.com/office/drawing/2017/decorative" val="1"/>
              </a:ext>
            </a:extLst>
          </p:cNvPr>
          <p:cNvGrpSpPr/>
          <p:nvPr/>
        </p:nvGrpSpPr>
        <p:grpSpPr>
          <a:xfrm>
            <a:off x="3733479" y="2003075"/>
            <a:ext cx="1368000" cy="511431"/>
            <a:chOff x="3733479" y="2003075"/>
            <a:chExt cx="1368000" cy="511431"/>
          </a:xfrm>
        </p:grpSpPr>
        <p:sp>
          <p:nvSpPr>
            <p:cNvPr id="48" name="Retângulo 47">
              <a:extLst>
                <a:ext uri="{FF2B5EF4-FFF2-40B4-BE49-F238E27FC236}">
                  <a16:creationId xmlns:a16="http://schemas.microsoft.com/office/drawing/2014/main" id="{8D3BF366-C6D6-4588-8DC7-E9D4BF741B5D}"/>
                </a:ext>
              </a:extLst>
            </p:cNvPr>
            <p:cNvSpPr/>
            <p:nvPr/>
          </p:nvSpPr>
          <p:spPr>
            <a:xfrm>
              <a:off x="3733479" y="2003075"/>
              <a:ext cx="1368000" cy="509451"/>
            </a:xfrm>
            <a:prstGeom prst="rect">
              <a:avLst/>
            </a:prstGeom>
            <a:solidFill>
              <a:schemeClr val="bg1"/>
            </a:solidFill>
            <a:ln w="12700"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5715" tIns="5715" rIns="5715" bIns="54011" numCol="1" spcCol="1270" rtlCol="0" anchor="ctr" anchorCtr="0">
              <a:noAutofit/>
              <a:flatTx/>
            </a:bodyPr>
            <a:lstStyle/>
            <a:p>
              <a:pPr algn="ctr" defTabSz="400050" rtl="0">
                <a:lnSpc>
                  <a:spcPct val="90000"/>
                </a:lnSpc>
                <a:spcBef>
                  <a:spcPct val="0"/>
                </a:spcBef>
                <a:spcAft>
                  <a:spcPct val="35000"/>
                </a:spcAft>
              </a:pPr>
              <a:r>
                <a:rPr lang="pt-BR" sz="800">
                  <a:solidFill>
                    <a:schemeClr val="tx1"/>
                  </a:solidFill>
                </a:rPr>
                <a:t>VICTORIA LINDQVIST</a:t>
              </a:r>
            </a:p>
          </p:txBody>
        </p:sp>
        <p:sp>
          <p:nvSpPr>
            <p:cNvPr id="49" name="Retângulo 48">
              <a:extLst>
                <a:ext uri="{FF2B5EF4-FFF2-40B4-BE49-F238E27FC236}">
                  <a16:creationId xmlns:a16="http://schemas.microsoft.com/office/drawing/2014/main" id="{F95AFA1E-C54C-4434-8CB7-B301294DBE98}"/>
                </a:ext>
              </a:extLst>
            </p:cNvPr>
            <p:cNvSpPr/>
            <p:nvPr/>
          </p:nvSpPr>
          <p:spPr>
            <a:xfrm>
              <a:off x="3733479" y="2406506"/>
              <a:ext cx="1368000" cy="108000"/>
            </a:xfrm>
            <a:prstGeom prst="rect">
              <a:avLst/>
            </a:prstGeom>
            <a:solidFill>
              <a:schemeClr val="tx1">
                <a:lumMod val="75000"/>
                <a:lumOff val="25000"/>
              </a:schemeClr>
            </a:solidFill>
            <a:ln w="19050" cap="rnd" cmpd="sng" algn="ctr">
              <a:noFill/>
              <a:prstDash val="solid"/>
            </a:ln>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rPr>
                <a:t> Assistente</a:t>
              </a:r>
              <a:r>
                <a:rPr lang="pt-BR" sz="800" kern="1200">
                  <a:solidFill>
                    <a:schemeClr val="bg1"/>
                  </a:solidFill>
                  <a:ea typeface="+mn-ea"/>
                  <a:cs typeface="+mn-cs"/>
                </a:rPr>
                <a:t> Executiva</a:t>
              </a:r>
            </a:p>
          </p:txBody>
        </p:sp>
      </p:grpSp>
      <p:cxnSp>
        <p:nvCxnSpPr>
          <p:cNvPr id="3" name="Conector Reto 2" descr="elemento decorativo">
            <a:extLst>
              <a:ext uri="{FF2B5EF4-FFF2-40B4-BE49-F238E27FC236}">
                <a16:creationId xmlns:a16="http://schemas.microsoft.com/office/drawing/2014/main" id="{68933B52-AACC-4940-ABC7-FC6FC0BD52F4}"/>
              </a:ext>
            </a:extLst>
          </p:cNvPr>
          <p:cNvCxnSpPr/>
          <p:nvPr/>
        </p:nvCxnSpPr>
        <p:spPr>
          <a:xfrm>
            <a:off x="1763598"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3" name="Conector Reto 82" descr="elemento decorativo">
            <a:extLst>
              <a:ext uri="{FF2B5EF4-FFF2-40B4-BE49-F238E27FC236}">
                <a16:creationId xmlns:a16="http://schemas.microsoft.com/office/drawing/2014/main" id="{6B7B494C-8888-457E-82D1-32EE6B401023}"/>
              </a:ext>
            </a:extLst>
          </p:cNvPr>
          <p:cNvCxnSpPr/>
          <p:nvPr/>
        </p:nvCxnSpPr>
        <p:spPr>
          <a:xfrm>
            <a:off x="3496536"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4" name="Conector Reto 83" descr="elemento decorativo">
            <a:extLst>
              <a:ext uri="{FF2B5EF4-FFF2-40B4-BE49-F238E27FC236}">
                <a16:creationId xmlns:a16="http://schemas.microsoft.com/office/drawing/2014/main" id="{215A627E-A616-4B35-A822-BCD857D053E8}"/>
              </a:ext>
            </a:extLst>
          </p:cNvPr>
          <p:cNvCxnSpPr/>
          <p:nvPr/>
        </p:nvCxnSpPr>
        <p:spPr>
          <a:xfrm>
            <a:off x="5229474"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5" name="Conector Reto 84" descr="elemento decorativo">
            <a:extLst>
              <a:ext uri="{FF2B5EF4-FFF2-40B4-BE49-F238E27FC236}">
                <a16:creationId xmlns:a16="http://schemas.microsoft.com/office/drawing/2014/main" id="{338A3F58-952C-4C6C-BE73-668B41F8708D}"/>
              </a:ext>
            </a:extLst>
          </p:cNvPr>
          <p:cNvCxnSpPr/>
          <p:nvPr/>
        </p:nvCxnSpPr>
        <p:spPr>
          <a:xfrm>
            <a:off x="6962412"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6" name="Conector Reto 85" descr="elemento decorativo">
            <a:extLst>
              <a:ext uri="{FF2B5EF4-FFF2-40B4-BE49-F238E27FC236}">
                <a16:creationId xmlns:a16="http://schemas.microsoft.com/office/drawing/2014/main" id="{499176F8-BEEF-4A37-97C9-A7E8592211E9}"/>
              </a:ext>
            </a:extLst>
          </p:cNvPr>
          <p:cNvCxnSpPr/>
          <p:nvPr/>
        </p:nvCxnSpPr>
        <p:spPr>
          <a:xfrm>
            <a:off x="8695350"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cxnSp>
        <p:nvCxnSpPr>
          <p:cNvPr id="87" name="Conector Reto 86" descr="elemento decorativo">
            <a:extLst>
              <a:ext uri="{FF2B5EF4-FFF2-40B4-BE49-F238E27FC236}">
                <a16:creationId xmlns:a16="http://schemas.microsoft.com/office/drawing/2014/main" id="{E0A5E395-38A3-4ED8-A1C1-7892BF5B1BE1}"/>
              </a:ext>
            </a:extLst>
          </p:cNvPr>
          <p:cNvCxnSpPr/>
          <p:nvPr/>
        </p:nvCxnSpPr>
        <p:spPr>
          <a:xfrm>
            <a:off x="10428290" y="3661058"/>
            <a:ext cx="0" cy="307844"/>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sp>
        <p:nvSpPr>
          <p:cNvPr id="5" name="Oval 4" descr="elemento decorativo">
            <a:extLst>
              <a:ext uri="{FF2B5EF4-FFF2-40B4-BE49-F238E27FC236}">
                <a16:creationId xmlns:a16="http://schemas.microsoft.com/office/drawing/2014/main" id="{FE3B97CC-2A6D-4550-83BF-6DBCDB836162}"/>
              </a:ext>
            </a:extLst>
          </p:cNvPr>
          <p:cNvSpPr/>
          <p:nvPr/>
        </p:nvSpPr>
        <p:spPr>
          <a:xfrm>
            <a:off x="1706391" y="2978990"/>
            <a:ext cx="114414" cy="859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sp>
        <p:nvSpPr>
          <p:cNvPr id="94" name="Oval 93" descr="elemento decorativo">
            <a:extLst>
              <a:ext uri="{FF2B5EF4-FFF2-40B4-BE49-F238E27FC236}">
                <a16:creationId xmlns:a16="http://schemas.microsoft.com/office/drawing/2014/main" id="{BC24AD9F-130E-4ECB-9C70-2B3233EBF4A4}"/>
              </a:ext>
            </a:extLst>
          </p:cNvPr>
          <p:cNvSpPr/>
          <p:nvPr/>
        </p:nvSpPr>
        <p:spPr>
          <a:xfrm>
            <a:off x="10371083" y="2978990"/>
            <a:ext cx="114414" cy="85961"/>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grpSp>
        <p:nvGrpSpPr>
          <p:cNvPr id="136" name="Grupo 135">
            <a:extLst>
              <a:ext uri="{FF2B5EF4-FFF2-40B4-BE49-F238E27FC236}">
                <a16:creationId xmlns:a16="http://schemas.microsoft.com/office/drawing/2014/main" id="{FA215D57-115E-4EA6-82EB-CB2CD22D4237}"/>
              </a:ext>
              <a:ext uri="{C183D7F6-B498-43B3-948B-1728B52AA6E4}">
                <adec:decorative xmlns:adec="http://schemas.microsoft.com/office/drawing/2017/decorative" val="1"/>
              </a:ext>
            </a:extLst>
          </p:cNvPr>
          <p:cNvGrpSpPr/>
          <p:nvPr/>
        </p:nvGrpSpPr>
        <p:grpSpPr>
          <a:xfrm>
            <a:off x="5016000" y="1040449"/>
            <a:ext cx="2160000" cy="511431"/>
            <a:chOff x="5016000" y="1040449"/>
            <a:chExt cx="2160000" cy="511431"/>
          </a:xfrm>
        </p:grpSpPr>
        <p:sp>
          <p:nvSpPr>
            <p:cNvPr id="18" name="Retângulo 17">
              <a:extLst>
                <a:ext uri="{FF2B5EF4-FFF2-40B4-BE49-F238E27FC236}">
                  <a16:creationId xmlns:a16="http://schemas.microsoft.com/office/drawing/2014/main" id="{912543CF-3BD4-40B0-BB18-006DCC4331CA}"/>
                </a:ext>
              </a:extLst>
            </p:cNvPr>
            <p:cNvSpPr/>
            <p:nvPr/>
          </p:nvSpPr>
          <p:spPr>
            <a:xfrm>
              <a:off x="5016000" y="1040449"/>
              <a:ext cx="2160000" cy="509451"/>
            </a:xfrm>
            <a:prstGeom prst="rect">
              <a:avLst/>
            </a:prstGeom>
            <a:solidFill>
              <a:schemeClr val="bg1"/>
            </a:solidFill>
            <a:ln w="12700" cap="rnd" cmpd="sng" algn="ctr">
              <a:solidFill>
                <a:schemeClr val="bg1">
                  <a:lumMod val="85000"/>
                </a:schemeClr>
              </a:solidFill>
              <a:prstDash val="solid"/>
            </a:ln>
            <a:effectLst/>
            <a:scene3d>
              <a:camera prst="obliqueTopLeft"/>
              <a:lightRig rig="soft" dir="t"/>
            </a:scene3d>
            <a:sp3d extrusionH="190500" prstMaterial="matte">
              <a:contourClr>
                <a:prstClr val="black">
                  <a:lumMod val="50000"/>
                  <a:lumOff val="50000"/>
                </a:prstClr>
              </a:contourClr>
            </a:sp3d>
          </p:spPr>
          <p:style>
            <a:lnRef idx="2">
              <a:scrgbClr r="0" g="0" b="0"/>
            </a:lnRef>
            <a:fillRef idx="1">
              <a:scrgbClr r="0" g="0" b="0"/>
            </a:fillRef>
            <a:effectRef idx="0">
              <a:scrgbClr r="0" g="0" b="0"/>
            </a:effectRef>
            <a:fontRef idx="minor">
              <a:schemeClr val="lt1"/>
            </a:fontRef>
          </p:style>
          <p:txBody>
            <a:bodyPr spcFirstLastPara="0" vert="horz" wrap="square" lIns="5715" tIns="5715" rIns="5715" bIns="54011" numCol="1" spcCol="1270" rtlCol="0" anchor="ctr" anchorCtr="0">
              <a:noAutofit/>
              <a:flatTx/>
            </a:bodyPr>
            <a:lstStyle/>
            <a:p>
              <a:pPr algn="ctr" defTabSz="400050" rtl="0">
                <a:lnSpc>
                  <a:spcPct val="90000"/>
                </a:lnSpc>
                <a:spcBef>
                  <a:spcPct val="0"/>
                </a:spcBef>
                <a:spcAft>
                  <a:spcPct val="35000"/>
                </a:spcAft>
              </a:pPr>
              <a:r>
                <a:rPr lang="pt-BR" sz="800" dirty="0">
                  <a:solidFill>
                    <a:schemeClr val="tx1"/>
                  </a:solidFill>
                </a:rPr>
                <a:t>Luiz Antônio </a:t>
              </a:r>
            </a:p>
          </p:txBody>
        </p:sp>
        <p:sp>
          <p:nvSpPr>
            <p:cNvPr id="19" name="Retângulo 18">
              <a:extLst>
                <a:ext uri="{FF2B5EF4-FFF2-40B4-BE49-F238E27FC236}">
                  <a16:creationId xmlns:a16="http://schemas.microsoft.com/office/drawing/2014/main" id="{8B9E0DDC-7979-4C1E-B741-9FACE317EF1B}"/>
                </a:ext>
              </a:extLst>
            </p:cNvPr>
            <p:cNvSpPr/>
            <p:nvPr/>
          </p:nvSpPr>
          <p:spPr>
            <a:xfrm>
              <a:off x="5016000" y="1443880"/>
              <a:ext cx="2160000" cy="108000"/>
            </a:xfrm>
            <a:prstGeom prst="rect">
              <a:avLst/>
            </a:prstGeom>
            <a:solidFill>
              <a:schemeClr val="tx2"/>
            </a:solidFill>
            <a:ln w="19050" cap="rnd" cmpd="sng" algn="ctr">
              <a:noFill/>
              <a:prstDash val="solid"/>
            </a:ln>
            <a:effectLst>
              <a:glow rad="254000">
                <a:schemeClr val="accent2">
                  <a:satMod val="175000"/>
                  <a:alpha val="10000"/>
                </a:schemeClr>
              </a:glow>
            </a:effectLst>
            <a:scene3d>
              <a:camera prst="obliqueTopLeft"/>
              <a:lightRig rig="brightRoom" dir="t"/>
            </a:scene3d>
            <a:sp3d extrusionH="88900"/>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22860" tIns="5715" rIns="22860" bIns="5715" numCol="1" spcCol="1270" rtlCol="0" anchor="ctr" anchorCtr="0">
              <a:noAutofit/>
              <a:flatTx/>
            </a:bodyPr>
            <a:lstStyle/>
            <a:p>
              <a:pPr marL="0" lvl="0" indent="0" algn="ctr" defTabSz="400050" rtl="0">
                <a:lnSpc>
                  <a:spcPct val="90000"/>
                </a:lnSpc>
                <a:spcBef>
                  <a:spcPct val="0"/>
                </a:spcBef>
                <a:spcAft>
                  <a:spcPct val="35000"/>
                </a:spcAft>
                <a:buNone/>
              </a:pPr>
              <a:r>
                <a:rPr lang="pt-BR" sz="800" kern="1200">
                  <a:solidFill>
                    <a:schemeClr val="bg1"/>
                  </a:solidFill>
                  <a:ea typeface="+mn-ea"/>
                  <a:cs typeface="+mn-cs"/>
                </a:rPr>
                <a:t>Presidente</a:t>
              </a:r>
            </a:p>
          </p:txBody>
        </p:sp>
      </p:grpSp>
      <p:sp>
        <p:nvSpPr>
          <p:cNvPr id="95" name="Oval 94">
            <a:extLst>
              <a:ext uri="{FF2B5EF4-FFF2-40B4-BE49-F238E27FC236}">
                <a16:creationId xmlns:a16="http://schemas.microsoft.com/office/drawing/2014/main" id="{F63E54AC-1CB7-43BF-B0A4-82DE6FEB1664}"/>
              </a:ext>
              <a:ext uri="{C183D7F6-B498-43B3-948B-1728B52AA6E4}">
                <adec:decorative xmlns:adec="http://schemas.microsoft.com/office/drawing/2017/decorative" val="1"/>
              </a:ext>
            </a:extLst>
          </p:cNvPr>
          <p:cNvSpPr/>
          <p:nvPr/>
        </p:nvSpPr>
        <p:spPr>
          <a:xfrm>
            <a:off x="6053020" y="1549900"/>
            <a:ext cx="85961" cy="85961"/>
          </a:xfrm>
          <a:prstGeom prst="ellipse">
            <a:avLst/>
          </a:prstGeom>
          <a:noFill/>
          <a:ln>
            <a:noFill/>
          </a:ln>
          <a:scene3d>
            <a:camera prst="obliqueTop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t-BR"/>
          </a:p>
        </p:txBody>
      </p:sp>
      <p:cxnSp>
        <p:nvCxnSpPr>
          <p:cNvPr id="7" name="Conector: Ângulo 6" descr="elemento decorativo">
            <a:extLst>
              <a:ext uri="{FF2B5EF4-FFF2-40B4-BE49-F238E27FC236}">
                <a16:creationId xmlns:a16="http://schemas.microsoft.com/office/drawing/2014/main" id="{1C54223A-2F2C-4434-A30B-92D8CEE93CF0}"/>
              </a:ext>
            </a:extLst>
          </p:cNvPr>
          <p:cNvCxnSpPr>
            <a:cxnSpLocks/>
            <a:stCxn id="95" idx="4"/>
            <a:endCxn id="5" idx="0"/>
          </p:cNvCxnSpPr>
          <p:nvPr/>
        </p:nvCxnSpPr>
        <p:spPr>
          <a:xfrm rot="5400000">
            <a:off x="3258236" y="141224"/>
            <a:ext cx="1343129" cy="4332403"/>
          </a:xfrm>
          <a:prstGeom prst="bentConnector3">
            <a:avLst>
              <a:gd name="adj1" fmla="val 88295"/>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6" name="Conector: Ângulo 95" descr="elemento decorativo">
            <a:extLst>
              <a:ext uri="{FF2B5EF4-FFF2-40B4-BE49-F238E27FC236}">
                <a16:creationId xmlns:a16="http://schemas.microsoft.com/office/drawing/2014/main" id="{185DC171-E6CD-4880-8EF4-7E0DB7F6C2B2}"/>
              </a:ext>
            </a:extLst>
          </p:cNvPr>
          <p:cNvCxnSpPr>
            <a:cxnSpLocks/>
            <a:stCxn id="95" idx="4"/>
            <a:endCxn id="94" idx="0"/>
          </p:cNvCxnSpPr>
          <p:nvPr/>
        </p:nvCxnSpPr>
        <p:spPr>
          <a:xfrm rot="16200000" flipH="1">
            <a:off x="7590581" y="141280"/>
            <a:ext cx="1343129" cy="4332289"/>
          </a:xfrm>
          <a:prstGeom prst="bentConnector3">
            <a:avLst>
              <a:gd name="adj1" fmla="val 88295"/>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7" name="Conector Reto 96" descr="elemento decorativo">
            <a:extLst>
              <a:ext uri="{FF2B5EF4-FFF2-40B4-BE49-F238E27FC236}">
                <a16:creationId xmlns:a16="http://schemas.microsoft.com/office/drawing/2014/main" id="{B5956150-D730-4D39-8E56-5123DA7B1791}"/>
              </a:ext>
            </a:extLst>
          </p:cNvPr>
          <p:cNvCxnSpPr>
            <a:cxnSpLocks/>
          </p:cNvCxnSpPr>
          <p:nvPr/>
        </p:nvCxnSpPr>
        <p:spPr>
          <a:xfrm>
            <a:off x="3530861"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8" name="Conector reto 97" descr="elemento decorativo">
            <a:extLst>
              <a:ext uri="{FF2B5EF4-FFF2-40B4-BE49-F238E27FC236}">
                <a16:creationId xmlns:a16="http://schemas.microsoft.com/office/drawing/2014/main" id="{98000C8A-C564-4106-9005-252681A7FDFB}"/>
              </a:ext>
            </a:extLst>
          </p:cNvPr>
          <p:cNvCxnSpPr>
            <a:cxnSpLocks/>
          </p:cNvCxnSpPr>
          <p:nvPr/>
        </p:nvCxnSpPr>
        <p:spPr>
          <a:xfrm>
            <a:off x="5240917"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99" name="Conector Reto 98" descr="elemento decorativo">
            <a:extLst>
              <a:ext uri="{FF2B5EF4-FFF2-40B4-BE49-F238E27FC236}">
                <a16:creationId xmlns:a16="http://schemas.microsoft.com/office/drawing/2014/main" id="{DFAFA2FD-B58C-4CB3-83BF-D7037A44C5EA}"/>
              </a:ext>
            </a:extLst>
          </p:cNvPr>
          <p:cNvCxnSpPr>
            <a:cxnSpLocks/>
          </p:cNvCxnSpPr>
          <p:nvPr/>
        </p:nvCxnSpPr>
        <p:spPr>
          <a:xfrm>
            <a:off x="6950973"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0" name="Conector Reto 99" descr="elemento decorativo">
            <a:extLst>
              <a:ext uri="{FF2B5EF4-FFF2-40B4-BE49-F238E27FC236}">
                <a16:creationId xmlns:a16="http://schemas.microsoft.com/office/drawing/2014/main" id="{92CA40FF-E75F-4233-A382-4E9DE1FACF8D}"/>
              </a:ext>
            </a:extLst>
          </p:cNvPr>
          <p:cNvCxnSpPr>
            <a:cxnSpLocks/>
          </p:cNvCxnSpPr>
          <p:nvPr/>
        </p:nvCxnSpPr>
        <p:spPr>
          <a:xfrm>
            <a:off x="8661029" y="2835558"/>
            <a:ext cx="0" cy="143431"/>
          </a:xfrm>
          <a:prstGeom prst="line">
            <a:avLst/>
          </a:prstGeom>
          <a:ln w="3175">
            <a:solidFill>
              <a:schemeClr val="bg1">
                <a:lumMod val="75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104" name="Conector reto 103" descr="elemento decorativo">
            <a:extLst>
              <a:ext uri="{FF2B5EF4-FFF2-40B4-BE49-F238E27FC236}">
                <a16:creationId xmlns:a16="http://schemas.microsoft.com/office/drawing/2014/main" id="{E8574014-9F7A-4AC9-82C3-EE7EF06CAFFE}"/>
              </a:ext>
            </a:extLst>
          </p:cNvPr>
          <p:cNvCxnSpPr>
            <a:cxnSpLocks/>
          </p:cNvCxnSpPr>
          <p:nvPr/>
        </p:nvCxnSpPr>
        <p:spPr>
          <a:xfrm flipH="1">
            <a:off x="5101479" y="2257800"/>
            <a:ext cx="994521" cy="0"/>
          </a:xfrm>
          <a:prstGeom prst="line">
            <a:avLst/>
          </a:prstGeom>
          <a:ln w="3175">
            <a:solidFill>
              <a:schemeClr val="bg1">
                <a:lumMod val="75000"/>
              </a:schemeClr>
            </a:solidFill>
            <a:prstDash val="solid"/>
            <a:headEnd type="none" w="sm" len="sm"/>
            <a:tailEnd type="none" w="sm" len="sm"/>
          </a:ln>
          <a:scene3d>
            <a:camera prst="obliqueTopLeft"/>
            <a:lightRig rig="threePt" dir="t"/>
          </a:scene3d>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60646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0E0E2-A8E2-464E-B3FC-1F8332E84D6F}"/>
              </a:ext>
            </a:extLst>
          </p:cNvPr>
          <p:cNvSpPr>
            <a:spLocks noGrp="1"/>
          </p:cNvSpPr>
          <p:nvPr>
            <p:ph type="title"/>
          </p:nvPr>
        </p:nvSpPr>
        <p:spPr>
          <a:xfrm>
            <a:off x="817236" y="-294218"/>
            <a:ext cx="10131425" cy="1456267"/>
          </a:xfrm>
        </p:spPr>
        <p:txBody>
          <a:bodyPr>
            <a:normAutofit/>
          </a:bodyPr>
          <a:lstStyle/>
          <a:p>
            <a:pPr algn="ctr"/>
            <a:r>
              <a:rPr lang="pt-BR" sz="6600" dirty="0"/>
              <a:t>Equipe I.L </a:t>
            </a:r>
          </a:p>
        </p:txBody>
      </p:sp>
      <p:sp>
        <p:nvSpPr>
          <p:cNvPr id="3" name="Espaço Reservado para Conteúdo 2">
            <a:extLst>
              <a:ext uri="{FF2B5EF4-FFF2-40B4-BE49-F238E27FC236}">
                <a16:creationId xmlns:a16="http://schemas.microsoft.com/office/drawing/2014/main" id="{2C34B697-5A14-4443-BFEF-0068E81AFE78}"/>
              </a:ext>
            </a:extLst>
          </p:cNvPr>
          <p:cNvSpPr>
            <a:spLocks noGrp="1"/>
          </p:cNvSpPr>
          <p:nvPr>
            <p:ph sz="half" idx="1"/>
          </p:nvPr>
        </p:nvSpPr>
        <p:spPr>
          <a:xfrm>
            <a:off x="3766810" y="1188265"/>
            <a:ext cx="3259567" cy="4867515"/>
          </a:xfrm>
        </p:spPr>
        <p:txBody>
          <a:bodyPr>
            <a:normAutofit/>
          </a:bodyPr>
          <a:lstStyle/>
          <a:p>
            <a:pPr marL="0" indent="0" algn="ctr">
              <a:buNone/>
            </a:pPr>
            <a:r>
              <a:rPr lang="pt-BR" sz="2800" dirty="0"/>
              <a:t> Equipe completa I.L</a:t>
            </a:r>
          </a:p>
          <a:p>
            <a:pPr marL="342900" indent="-342900">
              <a:buFont typeface="+mj-lt"/>
              <a:buAutoNum type="arabicPeriod"/>
            </a:pPr>
            <a:r>
              <a:rPr lang="pt-BR" sz="2800" dirty="0"/>
              <a:t>João </a:t>
            </a:r>
          </a:p>
          <a:p>
            <a:pPr marL="342900" indent="-342900">
              <a:buFont typeface="+mj-lt"/>
              <a:buAutoNum type="arabicPeriod"/>
            </a:pPr>
            <a:r>
              <a:rPr lang="pt-BR" sz="2800" dirty="0"/>
              <a:t>Peres</a:t>
            </a:r>
          </a:p>
          <a:p>
            <a:pPr marL="342900" indent="-342900">
              <a:buFont typeface="+mj-lt"/>
              <a:buAutoNum type="arabicPeriod"/>
            </a:pPr>
            <a:r>
              <a:rPr lang="pt-BR" sz="2800" dirty="0" err="1"/>
              <a:t>Gu</a:t>
            </a:r>
            <a:r>
              <a:rPr lang="pt-BR" sz="2800" dirty="0"/>
              <a:t> </a:t>
            </a:r>
          </a:p>
          <a:p>
            <a:pPr marL="342900" indent="-342900">
              <a:buFont typeface="+mj-lt"/>
              <a:buAutoNum type="arabicPeriod"/>
            </a:pPr>
            <a:r>
              <a:rPr lang="pt-BR" sz="2800" dirty="0"/>
              <a:t>Filipe</a:t>
            </a:r>
          </a:p>
          <a:p>
            <a:pPr marL="342900" indent="-342900">
              <a:buFont typeface="+mj-lt"/>
              <a:buAutoNum type="arabicPeriod"/>
            </a:pPr>
            <a:r>
              <a:rPr lang="pt-BR" sz="2800" dirty="0"/>
              <a:t>Elaine </a:t>
            </a:r>
          </a:p>
          <a:p>
            <a:pPr marL="342900" indent="-342900">
              <a:buFont typeface="+mj-lt"/>
              <a:buAutoNum type="arabicPeriod"/>
            </a:pPr>
            <a:r>
              <a:rPr lang="pt-BR" sz="2800" dirty="0" err="1"/>
              <a:t>Gege</a:t>
            </a:r>
            <a:endParaRPr lang="pt-BR" sz="2800" dirty="0"/>
          </a:p>
          <a:p>
            <a:endParaRPr lang="pt-BR" sz="2800" dirty="0"/>
          </a:p>
        </p:txBody>
      </p:sp>
      <p:sp>
        <p:nvSpPr>
          <p:cNvPr id="5" name="Espaço Reservado para Conteúdo 2">
            <a:extLst>
              <a:ext uri="{FF2B5EF4-FFF2-40B4-BE49-F238E27FC236}">
                <a16:creationId xmlns:a16="http://schemas.microsoft.com/office/drawing/2014/main" id="{D5D3F37B-F5DC-4DD7-8A14-06EC60EDDAC3}"/>
              </a:ext>
            </a:extLst>
          </p:cNvPr>
          <p:cNvSpPr txBox="1">
            <a:spLocks/>
          </p:cNvSpPr>
          <p:nvPr/>
        </p:nvSpPr>
        <p:spPr>
          <a:xfrm>
            <a:off x="6554359" y="1903290"/>
            <a:ext cx="2805542" cy="434511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pt-BR" sz="2400" dirty="0"/>
              <a:t>Funcionários </a:t>
            </a:r>
            <a:r>
              <a:rPr lang="pt-BR" sz="3200" dirty="0"/>
              <a:t>Registrados</a:t>
            </a:r>
            <a:r>
              <a:rPr lang="pt-BR" sz="2400" dirty="0"/>
              <a:t> I.L</a:t>
            </a:r>
          </a:p>
          <a:p>
            <a:pPr marL="0" indent="0">
              <a:buFont typeface="Arial"/>
              <a:buNone/>
            </a:pPr>
            <a:r>
              <a:rPr lang="pt-BR" sz="2400" dirty="0"/>
              <a:t> </a:t>
            </a:r>
          </a:p>
          <a:p>
            <a:pPr marL="342900" indent="-342900">
              <a:buFont typeface="+mj-lt"/>
              <a:buAutoNum type="arabicPeriod"/>
            </a:pPr>
            <a:r>
              <a:rPr lang="pt-BR" sz="2400" dirty="0"/>
              <a:t>João </a:t>
            </a:r>
          </a:p>
          <a:p>
            <a:pPr marL="342900" indent="-342900">
              <a:buFont typeface="+mj-lt"/>
              <a:buAutoNum type="arabicPeriod"/>
            </a:pPr>
            <a:r>
              <a:rPr lang="pt-BR" sz="2400" dirty="0" err="1"/>
              <a:t>Gu</a:t>
            </a:r>
            <a:r>
              <a:rPr lang="pt-BR" sz="2400" dirty="0"/>
              <a:t> </a:t>
            </a:r>
          </a:p>
          <a:p>
            <a:pPr marL="342900" indent="-342900">
              <a:buFont typeface="+mj-lt"/>
              <a:buAutoNum type="arabicPeriod"/>
            </a:pPr>
            <a:r>
              <a:rPr lang="pt-BR" sz="2400" dirty="0"/>
              <a:t>Elaine </a:t>
            </a:r>
          </a:p>
          <a:p>
            <a:pPr marL="0" indent="0">
              <a:buNone/>
            </a:pPr>
            <a:endParaRPr lang="pt-BR" dirty="0"/>
          </a:p>
          <a:p>
            <a:endParaRPr lang="pt-BR" dirty="0"/>
          </a:p>
        </p:txBody>
      </p:sp>
      <p:sp>
        <p:nvSpPr>
          <p:cNvPr id="6" name="Espaço Reservado para Conteúdo 2">
            <a:extLst>
              <a:ext uri="{FF2B5EF4-FFF2-40B4-BE49-F238E27FC236}">
                <a16:creationId xmlns:a16="http://schemas.microsoft.com/office/drawing/2014/main" id="{3A3DC84C-F674-4C6E-94FA-2DAD36DE3314}"/>
              </a:ext>
            </a:extLst>
          </p:cNvPr>
          <p:cNvSpPr txBox="1">
            <a:spLocks/>
          </p:cNvSpPr>
          <p:nvPr/>
        </p:nvSpPr>
        <p:spPr>
          <a:xfrm>
            <a:off x="9341908" y="1877074"/>
            <a:ext cx="2805542" cy="3866741"/>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pt-BR" sz="2400" dirty="0"/>
              <a:t>Funcionários não registrados I.L</a:t>
            </a:r>
          </a:p>
          <a:p>
            <a:pPr marL="0" indent="0">
              <a:buFont typeface="Arial"/>
              <a:buNone/>
            </a:pPr>
            <a:r>
              <a:rPr lang="pt-BR" sz="2400" dirty="0"/>
              <a:t> </a:t>
            </a:r>
          </a:p>
          <a:p>
            <a:pPr marL="342900" indent="-342900">
              <a:buFont typeface="+mj-lt"/>
              <a:buAutoNum type="arabicPeriod"/>
            </a:pPr>
            <a:r>
              <a:rPr lang="pt-BR" sz="2400" dirty="0"/>
              <a:t>Peres</a:t>
            </a:r>
          </a:p>
          <a:p>
            <a:pPr marL="342900" indent="-342900">
              <a:buFont typeface="+mj-lt"/>
              <a:buAutoNum type="arabicPeriod"/>
            </a:pPr>
            <a:r>
              <a:rPr lang="pt-BR" sz="2400" dirty="0" err="1"/>
              <a:t>Gege</a:t>
            </a:r>
            <a:endParaRPr lang="pt-BR" sz="2400" dirty="0"/>
          </a:p>
          <a:p>
            <a:pPr marL="342900" indent="-342900">
              <a:buFont typeface="+mj-lt"/>
              <a:buAutoNum type="arabicPeriod"/>
            </a:pPr>
            <a:r>
              <a:rPr lang="pt-BR" sz="2400" dirty="0"/>
              <a:t>Filipe</a:t>
            </a:r>
          </a:p>
          <a:p>
            <a:endParaRPr lang="pt-BR" sz="2400" dirty="0"/>
          </a:p>
        </p:txBody>
      </p:sp>
      <p:sp>
        <p:nvSpPr>
          <p:cNvPr id="9" name="Espaço Reservado para Conteúdo 7">
            <a:extLst>
              <a:ext uri="{FF2B5EF4-FFF2-40B4-BE49-F238E27FC236}">
                <a16:creationId xmlns:a16="http://schemas.microsoft.com/office/drawing/2014/main" id="{F4C4BA59-B03A-407E-B5B2-B2A08E224FF3}"/>
              </a:ext>
            </a:extLst>
          </p:cNvPr>
          <p:cNvSpPr txBox="1">
            <a:spLocks/>
          </p:cNvSpPr>
          <p:nvPr/>
        </p:nvSpPr>
        <p:spPr>
          <a:xfrm>
            <a:off x="652135" y="934081"/>
            <a:ext cx="2612033" cy="336973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pt-BR" sz="3200" dirty="0"/>
              <a:t>Liderança </a:t>
            </a:r>
          </a:p>
          <a:p>
            <a:r>
              <a:rPr lang="pt-BR" sz="3200" dirty="0"/>
              <a:t>Luiz </a:t>
            </a:r>
          </a:p>
          <a:p>
            <a:r>
              <a:rPr lang="pt-BR" sz="3200" dirty="0"/>
              <a:t>Irene </a:t>
            </a:r>
          </a:p>
          <a:p>
            <a:r>
              <a:rPr lang="pt-BR" sz="3200" dirty="0"/>
              <a:t>Guilherme </a:t>
            </a:r>
          </a:p>
        </p:txBody>
      </p:sp>
      <p:sp>
        <p:nvSpPr>
          <p:cNvPr id="12" name="Espaço Reservado para Conteúdo 2">
            <a:extLst>
              <a:ext uri="{FF2B5EF4-FFF2-40B4-BE49-F238E27FC236}">
                <a16:creationId xmlns:a16="http://schemas.microsoft.com/office/drawing/2014/main" id="{3E958717-178F-45C1-9D10-09CC9A719365}"/>
              </a:ext>
            </a:extLst>
          </p:cNvPr>
          <p:cNvSpPr txBox="1">
            <a:spLocks/>
          </p:cNvSpPr>
          <p:nvPr/>
        </p:nvSpPr>
        <p:spPr>
          <a:xfrm>
            <a:off x="272218" y="4075845"/>
            <a:ext cx="3371868" cy="1751781"/>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pt-BR" sz="3200" dirty="0"/>
              <a:t>Gerencia:</a:t>
            </a:r>
          </a:p>
          <a:p>
            <a:pPr marL="0" indent="0" algn="ctr">
              <a:buFont typeface="Arial"/>
              <a:buNone/>
            </a:pPr>
            <a:r>
              <a:rPr lang="pt-BR" sz="3200" dirty="0"/>
              <a:t>Peres</a:t>
            </a:r>
          </a:p>
          <a:p>
            <a:pPr marL="0" indent="0">
              <a:buNone/>
            </a:pPr>
            <a:endParaRPr lang="pt-BR" sz="2400" dirty="0"/>
          </a:p>
          <a:p>
            <a:endParaRPr lang="pt-BR" sz="2400" dirty="0"/>
          </a:p>
        </p:txBody>
      </p:sp>
    </p:spTree>
    <p:extLst>
      <p:ext uri="{BB962C8B-B14F-4D97-AF65-F5344CB8AC3E}">
        <p14:creationId xmlns:p14="http://schemas.microsoft.com/office/powerpoint/2010/main" val="79277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30E0E2-A8E2-464E-B3FC-1F8332E84D6F}"/>
              </a:ext>
            </a:extLst>
          </p:cNvPr>
          <p:cNvSpPr>
            <a:spLocks noGrp="1"/>
          </p:cNvSpPr>
          <p:nvPr>
            <p:ph type="title"/>
          </p:nvPr>
        </p:nvSpPr>
        <p:spPr>
          <a:xfrm>
            <a:off x="685801" y="-5054"/>
            <a:ext cx="10131425" cy="1456267"/>
          </a:xfrm>
        </p:spPr>
        <p:txBody>
          <a:bodyPr>
            <a:normAutofit/>
          </a:bodyPr>
          <a:lstStyle/>
          <a:p>
            <a:pPr algn="ctr"/>
            <a:r>
              <a:rPr lang="pt-BR" sz="4000" dirty="0"/>
              <a:t>Equipe Lobo &amp; Silva  </a:t>
            </a:r>
          </a:p>
        </p:txBody>
      </p:sp>
      <p:sp>
        <p:nvSpPr>
          <p:cNvPr id="8" name="Espaço Reservado para Conteúdo 7">
            <a:extLst>
              <a:ext uri="{FF2B5EF4-FFF2-40B4-BE49-F238E27FC236}">
                <a16:creationId xmlns:a16="http://schemas.microsoft.com/office/drawing/2014/main" id="{9F69BD1B-5F32-4E3C-865E-615155F0A804}"/>
              </a:ext>
            </a:extLst>
          </p:cNvPr>
          <p:cNvSpPr>
            <a:spLocks noGrp="1"/>
          </p:cNvSpPr>
          <p:nvPr>
            <p:ph sz="half" idx="1"/>
          </p:nvPr>
        </p:nvSpPr>
        <p:spPr>
          <a:xfrm>
            <a:off x="1188791" y="3084941"/>
            <a:ext cx="1981747" cy="686346"/>
          </a:xfrm>
        </p:spPr>
        <p:txBody>
          <a:bodyPr>
            <a:normAutofit fontScale="85000" lnSpcReduction="10000"/>
          </a:bodyPr>
          <a:lstStyle/>
          <a:p>
            <a:pPr marL="0" indent="0">
              <a:buNone/>
            </a:pPr>
            <a:r>
              <a:rPr lang="pt-BR" dirty="0"/>
              <a:t>Gerencia: </a:t>
            </a:r>
          </a:p>
          <a:p>
            <a:pPr marL="0" indent="0">
              <a:buNone/>
            </a:pPr>
            <a:r>
              <a:rPr lang="pt-BR" dirty="0"/>
              <a:t>Marcio </a:t>
            </a:r>
          </a:p>
        </p:txBody>
      </p:sp>
      <p:sp>
        <p:nvSpPr>
          <p:cNvPr id="4" name="Espaço Reservado para Conteúdo 3">
            <a:extLst>
              <a:ext uri="{FF2B5EF4-FFF2-40B4-BE49-F238E27FC236}">
                <a16:creationId xmlns:a16="http://schemas.microsoft.com/office/drawing/2014/main" id="{0E362198-30E4-4FB8-8ACD-5CCE3C44FED5}"/>
              </a:ext>
            </a:extLst>
          </p:cNvPr>
          <p:cNvSpPr>
            <a:spLocks noGrp="1"/>
          </p:cNvSpPr>
          <p:nvPr>
            <p:ph sz="half" idx="2"/>
          </p:nvPr>
        </p:nvSpPr>
        <p:spPr>
          <a:xfrm>
            <a:off x="6518345" y="1451213"/>
            <a:ext cx="1990094" cy="4102100"/>
          </a:xfrm>
        </p:spPr>
        <p:txBody>
          <a:bodyPr>
            <a:normAutofit fontScale="85000" lnSpcReduction="10000"/>
          </a:bodyPr>
          <a:lstStyle/>
          <a:p>
            <a:pPr marL="0" indent="0" algn="ctr">
              <a:buNone/>
            </a:pPr>
            <a:r>
              <a:rPr lang="pt-BR" dirty="0"/>
              <a:t>Registrados:</a:t>
            </a:r>
          </a:p>
          <a:p>
            <a:pPr marL="342900" indent="-342900">
              <a:buFont typeface="+mj-lt"/>
              <a:buAutoNum type="arabicPeriod"/>
            </a:pPr>
            <a:r>
              <a:rPr lang="pt-BR" dirty="0"/>
              <a:t>Luiz</a:t>
            </a:r>
          </a:p>
          <a:p>
            <a:pPr marL="342900" indent="-342900">
              <a:buFont typeface="+mj-lt"/>
              <a:buAutoNum type="arabicPeriod"/>
            </a:pPr>
            <a:r>
              <a:rPr lang="pt-BR" dirty="0" err="1"/>
              <a:t>Suse</a:t>
            </a:r>
            <a:r>
              <a:rPr lang="pt-BR" dirty="0"/>
              <a:t>  </a:t>
            </a:r>
          </a:p>
          <a:p>
            <a:pPr marL="342900" indent="-342900">
              <a:buFont typeface="+mj-lt"/>
              <a:buAutoNum type="arabicPeriod"/>
            </a:pPr>
            <a:r>
              <a:rPr lang="pt-BR" dirty="0"/>
              <a:t>Felipe do olho Azul</a:t>
            </a:r>
          </a:p>
          <a:p>
            <a:pPr marL="342900" indent="-342900">
              <a:buFont typeface="+mj-lt"/>
              <a:buAutoNum type="arabicPeriod"/>
            </a:pPr>
            <a:r>
              <a:rPr lang="pt-BR" dirty="0"/>
              <a:t>Eduardo </a:t>
            </a:r>
          </a:p>
          <a:p>
            <a:pPr marL="342900" indent="-342900">
              <a:buFont typeface="+mj-lt"/>
              <a:buAutoNum type="arabicPeriod"/>
            </a:pPr>
            <a:r>
              <a:rPr lang="pt-BR" dirty="0"/>
              <a:t>Mateus </a:t>
            </a:r>
          </a:p>
          <a:p>
            <a:pPr marL="342900" indent="-342900">
              <a:buFont typeface="+mj-lt"/>
              <a:buAutoNum type="arabicPeriod"/>
            </a:pPr>
            <a:r>
              <a:rPr lang="pt-BR" dirty="0"/>
              <a:t>Mel </a:t>
            </a:r>
          </a:p>
          <a:p>
            <a:pPr marL="342900" indent="-342900">
              <a:buFont typeface="+mj-lt"/>
              <a:buAutoNum type="arabicPeriod"/>
            </a:pPr>
            <a:r>
              <a:rPr lang="pt-BR" dirty="0"/>
              <a:t>Lucas</a:t>
            </a:r>
          </a:p>
        </p:txBody>
      </p:sp>
      <p:sp>
        <p:nvSpPr>
          <p:cNvPr id="9" name="Espaço Reservado para Conteúdo 7">
            <a:extLst>
              <a:ext uri="{FF2B5EF4-FFF2-40B4-BE49-F238E27FC236}">
                <a16:creationId xmlns:a16="http://schemas.microsoft.com/office/drawing/2014/main" id="{BF13CA78-2F3A-4212-A285-28C4E6CD415F}"/>
              </a:ext>
            </a:extLst>
          </p:cNvPr>
          <p:cNvSpPr txBox="1">
            <a:spLocks/>
          </p:cNvSpPr>
          <p:nvPr/>
        </p:nvSpPr>
        <p:spPr>
          <a:xfrm>
            <a:off x="1153550" y="1015179"/>
            <a:ext cx="1489587" cy="1456268"/>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Font typeface="Arial"/>
              <a:buNone/>
            </a:pPr>
            <a:r>
              <a:rPr lang="pt-BR" dirty="0"/>
              <a:t>Liderança </a:t>
            </a:r>
          </a:p>
          <a:p>
            <a:r>
              <a:rPr lang="pt-BR" dirty="0"/>
              <a:t>Luiz </a:t>
            </a:r>
          </a:p>
          <a:p>
            <a:r>
              <a:rPr lang="pt-BR" dirty="0"/>
              <a:t>Irene </a:t>
            </a:r>
          </a:p>
          <a:p>
            <a:r>
              <a:rPr lang="pt-BR" dirty="0"/>
              <a:t>Guilherme </a:t>
            </a:r>
          </a:p>
        </p:txBody>
      </p:sp>
      <p:sp>
        <p:nvSpPr>
          <p:cNvPr id="10" name="Espaço Reservado para Conteúdo 7">
            <a:extLst>
              <a:ext uri="{FF2B5EF4-FFF2-40B4-BE49-F238E27FC236}">
                <a16:creationId xmlns:a16="http://schemas.microsoft.com/office/drawing/2014/main" id="{4C95F7E1-D868-4C61-A959-90C997D83276}"/>
              </a:ext>
            </a:extLst>
          </p:cNvPr>
          <p:cNvSpPr txBox="1">
            <a:spLocks/>
          </p:cNvSpPr>
          <p:nvPr/>
        </p:nvSpPr>
        <p:spPr>
          <a:xfrm>
            <a:off x="8938159" y="1743313"/>
            <a:ext cx="1760521" cy="1456267"/>
          </a:xfrm>
          <a:prstGeom prst="rect">
            <a:avLst/>
          </a:prstGeom>
        </p:spPr>
        <p:txBody>
          <a:bodyPr vert="horz" lIns="91440" tIns="45720" rIns="91440" bIns="45720" rtlCol="0" anchor="ct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pt-BR" dirty="0"/>
              <a:t>Sem registro </a:t>
            </a:r>
          </a:p>
          <a:p>
            <a:pPr marL="342900" indent="-342900">
              <a:buFont typeface="+mj-lt"/>
              <a:buAutoNum type="arabicPeriod"/>
            </a:pPr>
            <a:r>
              <a:rPr lang="pt-BR" dirty="0"/>
              <a:t>Marcio </a:t>
            </a:r>
          </a:p>
          <a:p>
            <a:pPr marL="342900" indent="-342900">
              <a:buFont typeface="+mj-lt"/>
              <a:buAutoNum type="arabicPeriod"/>
            </a:pPr>
            <a:r>
              <a:rPr lang="pt-BR" dirty="0"/>
              <a:t>Yan</a:t>
            </a:r>
          </a:p>
          <a:p>
            <a:pPr marL="342900" indent="-342900">
              <a:buFont typeface="+mj-lt"/>
              <a:buAutoNum type="arabicPeriod"/>
            </a:pPr>
            <a:r>
              <a:rPr lang="pt-BR" dirty="0"/>
              <a:t>Vitoria </a:t>
            </a:r>
          </a:p>
        </p:txBody>
      </p:sp>
      <p:sp>
        <p:nvSpPr>
          <p:cNvPr id="12" name="Espaço Reservado para Conteúdo 3">
            <a:extLst>
              <a:ext uri="{FF2B5EF4-FFF2-40B4-BE49-F238E27FC236}">
                <a16:creationId xmlns:a16="http://schemas.microsoft.com/office/drawing/2014/main" id="{4A502AA0-AAD2-469F-A171-10B8E35DC5DA}"/>
              </a:ext>
            </a:extLst>
          </p:cNvPr>
          <p:cNvSpPr txBox="1">
            <a:spLocks/>
          </p:cNvSpPr>
          <p:nvPr/>
        </p:nvSpPr>
        <p:spPr>
          <a:xfrm>
            <a:off x="4098531" y="1016000"/>
            <a:ext cx="1990094" cy="447040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Font typeface="Arial"/>
              <a:buNone/>
            </a:pPr>
            <a:r>
              <a:rPr lang="pt-BR" dirty="0"/>
              <a:t>Completo:</a:t>
            </a:r>
          </a:p>
          <a:p>
            <a:pPr marL="342900" indent="-342900">
              <a:buFont typeface="+mj-lt"/>
              <a:buAutoNum type="arabicPeriod"/>
            </a:pPr>
            <a:r>
              <a:rPr lang="pt-BR" dirty="0"/>
              <a:t>Luiz</a:t>
            </a:r>
          </a:p>
          <a:p>
            <a:pPr marL="342900" indent="-342900">
              <a:buFont typeface="+mj-lt"/>
              <a:buAutoNum type="arabicPeriod"/>
            </a:pPr>
            <a:r>
              <a:rPr lang="pt-BR" dirty="0" err="1"/>
              <a:t>Suse</a:t>
            </a:r>
            <a:r>
              <a:rPr lang="pt-BR" dirty="0"/>
              <a:t> </a:t>
            </a:r>
          </a:p>
          <a:p>
            <a:pPr marL="342900" indent="-342900">
              <a:buFont typeface="+mj-lt"/>
              <a:buAutoNum type="arabicPeriod"/>
            </a:pPr>
            <a:r>
              <a:rPr lang="pt-BR" dirty="0"/>
              <a:t>Vitoria </a:t>
            </a:r>
          </a:p>
          <a:p>
            <a:pPr marL="342900" indent="-342900">
              <a:buFont typeface="+mj-lt"/>
              <a:buAutoNum type="arabicPeriod"/>
            </a:pPr>
            <a:r>
              <a:rPr lang="pt-BR" dirty="0"/>
              <a:t>Felipe do olho Azul</a:t>
            </a:r>
          </a:p>
          <a:p>
            <a:pPr marL="342900" indent="-342900">
              <a:buFont typeface="+mj-lt"/>
              <a:buAutoNum type="arabicPeriod"/>
            </a:pPr>
            <a:r>
              <a:rPr lang="pt-BR" dirty="0"/>
              <a:t>Eduardo </a:t>
            </a:r>
          </a:p>
          <a:p>
            <a:pPr marL="342900" indent="-342900">
              <a:buFont typeface="+mj-lt"/>
              <a:buAutoNum type="arabicPeriod"/>
            </a:pPr>
            <a:r>
              <a:rPr lang="pt-BR" dirty="0"/>
              <a:t>Mateus </a:t>
            </a:r>
          </a:p>
          <a:p>
            <a:pPr marL="342900" indent="-342900">
              <a:buFont typeface="+mj-lt"/>
              <a:buAutoNum type="arabicPeriod"/>
            </a:pPr>
            <a:r>
              <a:rPr lang="pt-BR" dirty="0"/>
              <a:t>Mel </a:t>
            </a:r>
          </a:p>
          <a:p>
            <a:pPr marL="342900" indent="-342900">
              <a:buFont typeface="+mj-lt"/>
              <a:buAutoNum type="arabicPeriod"/>
            </a:pPr>
            <a:r>
              <a:rPr lang="pt-BR" dirty="0"/>
              <a:t>Lucas</a:t>
            </a:r>
          </a:p>
        </p:txBody>
      </p:sp>
    </p:spTree>
    <p:extLst>
      <p:ext uri="{BB962C8B-B14F-4D97-AF65-F5344CB8AC3E}">
        <p14:creationId xmlns:p14="http://schemas.microsoft.com/office/powerpoint/2010/main" val="404878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C22F94-5FAD-46EE-AF1D-31961B6CD247}"/>
              </a:ext>
            </a:extLst>
          </p:cNvPr>
          <p:cNvSpPr>
            <a:spLocks noGrp="1"/>
          </p:cNvSpPr>
          <p:nvPr>
            <p:ph type="title"/>
          </p:nvPr>
        </p:nvSpPr>
        <p:spPr/>
        <p:txBody>
          <a:bodyPr/>
          <a:lstStyle/>
          <a:p>
            <a:r>
              <a:rPr lang="pt-BR" dirty="0"/>
              <a:t>Ligados indiretamente</a:t>
            </a:r>
          </a:p>
        </p:txBody>
      </p:sp>
      <p:sp>
        <p:nvSpPr>
          <p:cNvPr id="3" name="Espaço Reservado para Conteúdo 2">
            <a:extLst>
              <a:ext uri="{FF2B5EF4-FFF2-40B4-BE49-F238E27FC236}">
                <a16:creationId xmlns:a16="http://schemas.microsoft.com/office/drawing/2014/main" id="{BBEBA6CE-DA24-448B-8EE5-2F307460DBFA}"/>
              </a:ext>
            </a:extLst>
          </p:cNvPr>
          <p:cNvSpPr>
            <a:spLocks noGrp="1"/>
          </p:cNvSpPr>
          <p:nvPr>
            <p:ph sz="half" idx="1"/>
          </p:nvPr>
        </p:nvSpPr>
        <p:spPr/>
        <p:txBody>
          <a:bodyPr/>
          <a:lstStyle/>
          <a:p>
            <a:r>
              <a:rPr lang="pt-BR" dirty="0"/>
              <a:t>Gilvan </a:t>
            </a:r>
          </a:p>
          <a:p>
            <a:r>
              <a:rPr lang="pt-BR" dirty="0"/>
              <a:t>Rosca </a:t>
            </a:r>
          </a:p>
          <a:p>
            <a:r>
              <a:rPr lang="pt-BR" dirty="0"/>
              <a:t>João Paulo</a:t>
            </a:r>
          </a:p>
          <a:p>
            <a:r>
              <a:rPr lang="pt-BR" dirty="0"/>
              <a:t>Senhor Cabral </a:t>
            </a:r>
          </a:p>
          <a:p>
            <a:r>
              <a:rPr lang="pt-BR" dirty="0"/>
              <a:t>Lava </a:t>
            </a:r>
            <a:r>
              <a:rPr lang="pt-BR" dirty="0" err="1"/>
              <a:t>Rapido</a:t>
            </a:r>
            <a:r>
              <a:rPr lang="pt-BR" dirty="0"/>
              <a:t> </a:t>
            </a:r>
          </a:p>
          <a:p>
            <a:r>
              <a:rPr lang="pt-BR" dirty="0"/>
              <a:t> Tecno </a:t>
            </a:r>
            <a:r>
              <a:rPr lang="pt-BR" dirty="0" err="1"/>
              <a:t>Trucks</a:t>
            </a:r>
            <a:r>
              <a:rPr lang="pt-BR" dirty="0"/>
              <a:t> e </a:t>
            </a:r>
            <a:r>
              <a:rPr lang="pt-BR" dirty="0" err="1"/>
              <a:t>Cars</a:t>
            </a:r>
            <a:r>
              <a:rPr lang="pt-BR" dirty="0"/>
              <a:t>  </a:t>
            </a:r>
          </a:p>
          <a:p>
            <a:endParaRPr lang="pt-BR" dirty="0"/>
          </a:p>
        </p:txBody>
      </p:sp>
      <p:sp>
        <p:nvSpPr>
          <p:cNvPr id="4" name="Espaço Reservado para Conteúdo 3">
            <a:extLst>
              <a:ext uri="{FF2B5EF4-FFF2-40B4-BE49-F238E27FC236}">
                <a16:creationId xmlns:a16="http://schemas.microsoft.com/office/drawing/2014/main" id="{7C7AAB6E-09C2-4559-9E7F-E1E182509313}"/>
              </a:ext>
            </a:extLst>
          </p:cNvPr>
          <p:cNvSpPr>
            <a:spLocks noGrp="1"/>
          </p:cNvSpPr>
          <p:nvPr>
            <p:ph sz="half" idx="2"/>
          </p:nvPr>
        </p:nvSpPr>
        <p:spPr/>
        <p:txBody>
          <a:bodyPr/>
          <a:lstStyle/>
          <a:p>
            <a:endParaRPr lang="pt-BR"/>
          </a:p>
        </p:txBody>
      </p:sp>
    </p:spTree>
    <p:extLst>
      <p:ext uri="{BB962C8B-B14F-4D97-AF65-F5344CB8AC3E}">
        <p14:creationId xmlns:p14="http://schemas.microsoft.com/office/powerpoint/2010/main" val="101394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C22F94-5FAD-46EE-AF1D-31961B6CD247}"/>
              </a:ext>
            </a:extLst>
          </p:cNvPr>
          <p:cNvSpPr>
            <a:spLocks noGrp="1"/>
          </p:cNvSpPr>
          <p:nvPr>
            <p:ph type="title"/>
          </p:nvPr>
        </p:nvSpPr>
        <p:spPr>
          <a:xfrm>
            <a:off x="1" y="0"/>
            <a:ext cx="12192000" cy="6858000"/>
          </a:xfrm>
        </p:spPr>
        <p:txBody>
          <a:bodyPr>
            <a:normAutofit fontScale="90000"/>
          </a:bodyPr>
          <a:lstStyle/>
          <a:p>
            <a:r>
              <a:rPr lang="pt-BR" dirty="0"/>
              <a:t>Mudança de </a:t>
            </a:r>
            <a:r>
              <a:rPr lang="pt-BR" dirty="0" err="1"/>
              <a:t>locus</a:t>
            </a:r>
            <a:r>
              <a:rPr lang="pt-BR" dirty="0"/>
              <a:t>  mental de repetitivo e limitante em que o sentido se perde e as coisas ficam ruins, melhoram por um intervalo mas voltam a ficar ruins de novo. para a liberdade e crescimento continuo mas temos que estar dispostos a essa mudança . Vai doer, teremos que nos sacrificar mas estão dispostos. Parar de ser moles e </a:t>
            </a:r>
            <a:r>
              <a:rPr lang="pt-BR" dirty="0" err="1"/>
              <a:t>estaginado</a:t>
            </a:r>
            <a:r>
              <a:rPr lang="pt-BR" dirty="0"/>
              <a:t> tem que fazer diferente agora. Temos que dar valor as pessoas que amamos e da nossa casa ao invés do mundo, caso contrario da mudara.</a:t>
            </a:r>
            <a:br>
              <a:rPr lang="pt-BR" dirty="0"/>
            </a:br>
            <a:r>
              <a:rPr lang="pt-BR" dirty="0"/>
              <a:t>Pensar em quem realmente soma ou esta apenas </a:t>
            </a:r>
            <a:r>
              <a:rPr lang="pt-BR" dirty="0" err="1"/>
              <a:t>pacendo</a:t>
            </a:r>
            <a:r>
              <a:rPr lang="pt-BR" dirty="0"/>
              <a:t> algo bom para continuar na mesma. Eu quero </a:t>
            </a:r>
            <a:r>
              <a:rPr lang="pt-BR" dirty="0" err="1"/>
              <a:t>propesperidade</a:t>
            </a:r>
            <a:r>
              <a:rPr lang="pt-BR" dirty="0"/>
              <a:t> mas se não estão de acorda </a:t>
            </a:r>
            <a:r>
              <a:rPr lang="pt-BR" dirty="0" err="1"/>
              <a:t>digão</a:t>
            </a:r>
            <a:r>
              <a:rPr lang="pt-BR" dirty="0"/>
              <a:t> logo que ficarei na minha e não falo mais sobre criar uma identidade de marca, uma cultura na empresa e que nossa família trabalhe junto e comunhão com a mesma sinergia mesmo que cada um t </a:t>
            </a:r>
          </a:p>
        </p:txBody>
      </p:sp>
    </p:spTree>
    <p:extLst>
      <p:ext uri="{BB962C8B-B14F-4D97-AF65-F5344CB8AC3E}">
        <p14:creationId xmlns:p14="http://schemas.microsoft.com/office/powerpoint/2010/main" val="51687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76DF77-32F2-4229-8141-369D0E06DF96}"/>
              </a:ext>
            </a:extLst>
          </p:cNvPr>
          <p:cNvSpPr>
            <a:spLocks noGrp="1"/>
          </p:cNvSpPr>
          <p:nvPr>
            <p:ph type="title"/>
          </p:nvPr>
        </p:nvSpPr>
        <p:spPr/>
        <p:txBody>
          <a:bodyPr>
            <a:normAutofit/>
          </a:bodyPr>
          <a:lstStyle/>
          <a:p>
            <a:r>
              <a:rPr lang="pt-BR" sz="8000" b="1" dirty="0"/>
              <a:t>Propriedades</a:t>
            </a:r>
            <a:r>
              <a:rPr lang="pt-BR" sz="8000" dirty="0"/>
              <a:t> </a:t>
            </a:r>
            <a:r>
              <a:rPr lang="pt-BR" sz="8000" b="1" dirty="0"/>
              <a:t>ligadas</a:t>
            </a:r>
            <a:r>
              <a:rPr lang="pt-BR" sz="8000" dirty="0"/>
              <a:t> </a:t>
            </a:r>
          </a:p>
        </p:txBody>
      </p:sp>
      <p:sp>
        <p:nvSpPr>
          <p:cNvPr id="3" name="Espaço Reservado para Texto 2">
            <a:extLst>
              <a:ext uri="{FF2B5EF4-FFF2-40B4-BE49-F238E27FC236}">
                <a16:creationId xmlns:a16="http://schemas.microsoft.com/office/drawing/2014/main" id="{C1265971-043A-411E-B773-FD0714A11672}"/>
              </a:ext>
            </a:extLst>
          </p:cNvPr>
          <p:cNvSpPr>
            <a:spLocks noGrp="1"/>
          </p:cNvSpPr>
          <p:nvPr>
            <p:ph type="body" idx="1"/>
          </p:nvPr>
        </p:nvSpPr>
        <p:spPr/>
        <p:txBody>
          <a:bodyPr>
            <a:normAutofit/>
          </a:bodyPr>
          <a:lstStyle/>
          <a:p>
            <a:r>
              <a:rPr lang="pt-BR" sz="6600" dirty="0"/>
              <a:t>Visão Geral </a:t>
            </a:r>
          </a:p>
        </p:txBody>
      </p:sp>
    </p:spTree>
    <p:extLst>
      <p:ext uri="{BB962C8B-B14F-4D97-AF65-F5344CB8AC3E}">
        <p14:creationId xmlns:p14="http://schemas.microsoft.com/office/powerpoint/2010/main" val="146595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5146160" y="609600"/>
            <a:ext cx="5978072" cy="970450"/>
          </a:xfrm>
        </p:spPr>
        <p:txBody>
          <a:bodyPr vert="horz" lIns="91440" tIns="45720" rIns="91440" bIns="45720" rtlCol="0" anchor="ctr">
            <a:normAutofit/>
          </a:bodyPr>
          <a:lstStyle/>
          <a:p>
            <a:r>
              <a:rPr lang="en-US"/>
              <a:t>Galpão Jd. Industrias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5146160" y="1828801"/>
            <a:ext cx="5978072" cy="3866048"/>
          </a:xfrm>
        </p:spPr>
        <p:txBody>
          <a:bodyPr vert="horz" lIns="91440" tIns="45720" rIns="91440" bIns="45720" rtlCol="0" anchor="ctr">
            <a:normAutofit/>
          </a:bodyPr>
          <a:lstStyle/>
          <a:p>
            <a:pPr>
              <a:lnSpc>
                <a:spcPct val="90000"/>
              </a:lnSpc>
              <a:buClr>
                <a:srgbClr val="B15A42"/>
              </a:buClr>
            </a:pPr>
            <a:r>
              <a:rPr lang="en-US" sz="1100"/>
              <a:t>Tem a oficna NSL atuando no manto utilizando tudo o espaço. </a:t>
            </a:r>
          </a:p>
          <a:p>
            <a:pPr>
              <a:lnSpc>
                <a:spcPct val="90000"/>
              </a:lnSpc>
              <a:buClr>
                <a:srgbClr val="B15A42"/>
              </a:buClr>
            </a:pPr>
            <a:r>
              <a:rPr lang="en-US" sz="1100"/>
              <a:t>Muito sonho e resultados pouco esprecivos temos que mudar este prisma para não decepcionar as pessoas e deixalas desmotivadas. Tendo assim uma evação de talentos e bom proficionas. As pessoas tem defeito e qualidades temos que notar as qualidades em todos não so dando enfoque nos defeitos </a:t>
            </a:r>
          </a:p>
          <a:p>
            <a:pPr>
              <a:lnSpc>
                <a:spcPct val="90000"/>
              </a:lnSpc>
              <a:buClr>
                <a:srgbClr val="B15A42"/>
              </a:buClr>
            </a:pPr>
            <a:r>
              <a:rPr lang="en-US" sz="1100"/>
              <a:t>Temos que aprender que cada uma é de uma maneira e que tem sua opinião e valores mas sempre os lideres tem que tomar a decisão final não passar para uma terceira de decidir </a:t>
            </a:r>
          </a:p>
          <a:p>
            <a:pPr>
              <a:lnSpc>
                <a:spcPct val="90000"/>
              </a:lnSpc>
              <a:buClr>
                <a:srgbClr val="B15A42"/>
              </a:buClr>
            </a:pPr>
            <a:r>
              <a:rPr lang="en-US" sz="1100"/>
              <a:t>Somos uma equipe assim como ter momentos que a decisão de um sobrepoise as dos outros ter momentos em que devimos entrar em consenso ou a maioria ser a favor de decisãomuito delicados</a:t>
            </a:r>
          </a:p>
          <a:p>
            <a:pPr>
              <a:lnSpc>
                <a:spcPct val="90000"/>
              </a:lnSpc>
              <a:buClr>
                <a:srgbClr val="B15A42"/>
              </a:buClr>
            </a:pPr>
            <a:r>
              <a:rPr lang="en-US" sz="1100"/>
              <a:t>A comunicação é primordial para a boa relação entre as partes para vititar conflitos e desentendimentos </a:t>
            </a:r>
          </a:p>
          <a:p>
            <a:pPr>
              <a:lnSpc>
                <a:spcPct val="90000"/>
              </a:lnSpc>
              <a:buClr>
                <a:srgbClr val="B15A42"/>
              </a:buClr>
            </a:pPr>
            <a:r>
              <a:rPr lang="en-US" sz="1100"/>
              <a:t>Não quero ser chato mas tenho que falar quando as coisas estão fora dos eixos </a:t>
            </a:r>
          </a:p>
          <a:p>
            <a:pPr>
              <a:lnSpc>
                <a:spcPct val="90000"/>
              </a:lnSpc>
              <a:buClr>
                <a:srgbClr val="B15A42"/>
              </a:buClr>
            </a:pPr>
            <a:r>
              <a:rPr lang="en-US" sz="1100"/>
              <a:t>Temos que ter indicadores pessoais e cooporativos para termos um norte mesmo que ao longo do caminho as coisas mudem é normal ai revisamos e redesenhomos e vuala uma nova meta , </a:t>
            </a:r>
          </a:p>
          <a:p>
            <a:pPr>
              <a:lnSpc>
                <a:spcPct val="90000"/>
              </a:lnSpc>
              <a:buClr>
                <a:srgbClr val="B15A42"/>
              </a:buClr>
            </a:pPr>
            <a:endParaRPr lang="en-US" sz="1100"/>
          </a:p>
        </p:txBody>
      </p:sp>
      <p:pic>
        <p:nvPicPr>
          <p:cNvPr id="13" name="Picture 12">
            <a:extLst>
              <a:ext uri="{FF2B5EF4-FFF2-40B4-BE49-F238E27FC236}">
                <a16:creationId xmlns:a16="http://schemas.microsoft.com/office/drawing/2014/main" id="{559DF61F-9058-49C9-8F75-DC501F983B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49" y="1"/>
            <a:ext cx="4690532" cy="6858000"/>
          </a:xfrm>
          <a:prstGeom prst="rect">
            <a:avLst/>
          </a:prstGeom>
        </p:spPr>
      </p:pic>
      <p:pic>
        <p:nvPicPr>
          <p:cNvPr id="8" name="Espaço Reservado para Conteúdo 7" descr="Uma imagem contendo edifício, ao ar livre, homem, andando de&#10;&#10;Descrição gerada automaticamente">
            <a:extLst>
              <a:ext uri="{FF2B5EF4-FFF2-40B4-BE49-F238E27FC236}">
                <a16:creationId xmlns:a16="http://schemas.microsoft.com/office/drawing/2014/main" id="{89EAFA69-BF2E-40E8-A673-FBFD9D275C73}"/>
              </a:ext>
            </a:extLst>
          </p:cNvPr>
          <p:cNvPicPr>
            <a:picLocks noGrp="1" noChangeAspect="1"/>
          </p:cNvPicPr>
          <p:nvPr>
            <p:ph sz="half" idx="2"/>
          </p:nvPr>
        </p:nvPicPr>
        <p:blipFill rotWithShape="1">
          <a:blip r:embed="rId4"/>
          <a:srcRect l="3145" r="61524"/>
          <a:stretch/>
        </p:blipFill>
        <p:spPr>
          <a:xfrm>
            <a:off x="-10649" y="1"/>
            <a:ext cx="4571649" cy="6858000"/>
          </a:xfrm>
          <a:prstGeom prst="rect">
            <a:avLst/>
          </a:prstGeom>
        </p:spPr>
      </p:pic>
    </p:spTree>
    <p:extLst>
      <p:ext uri="{BB962C8B-B14F-4D97-AF65-F5344CB8AC3E}">
        <p14:creationId xmlns:p14="http://schemas.microsoft.com/office/powerpoint/2010/main" val="3702054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06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4EFA6FA9-5A2A-49A9-99CB-EEFAB9A56E4F}"/>
              </a:ext>
            </a:extLst>
          </p:cNvPr>
          <p:cNvPicPr>
            <a:picLocks noChangeAspect="1"/>
          </p:cNvPicPr>
          <p:nvPr/>
        </p:nvPicPr>
        <p:blipFill rotWithShape="1">
          <a:blip r:embed="rId2"/>
          <a:srcRect l="42262" t="15556" r="3150" b="22592"/>
          <a:stretch/>
        </p:blipFill>
        <p:spPr>
          <a:xfrm>
            <a:off x="1162049" y="603703"/>
            <a:ext cx="8242301" cy="5273811"/>
          </a:xfrm>
          <a:prstGeom prst="rect">
            <a:avLst/>
          </a:prstGeom>
        </p:spPr>
      </p:pic>
    </p:spTree>
    <p:extLst>
      <p:ext uri="{BB962C8B-B14F-4D97-AF65-F5344CB8AC3E}">
        <p14:creationId xmlns:p14="http://schemas.microsoft.com/office/powerpoint/2010/main" val="1265317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7" name="Espaço Reservado para Conteúdo 6" descr="Uma imagem contendo edifício, cozinha, branco, grande&#10;&#10;Descrição gerada automaticamente">
            <a:extLst>
              <a:ext uri="{FF2B5EF4-FFF2-40B4-BE49-F238E27FC236}">
                <a16:creationId xmlns:a16="http://schemas.microsoft.com/office/drawing/2014/main" id="{0D21DA02-94B4-472D-9680-F274EB32767C}"/>
              </a:ext>
            </a:extLst>
          </p:cNvPr>
          <p:cNvPicPr>
            <a:picLocks noGrp="1" noChangeAspect="1"/>
          </p:cNvPicPr>
          <p:nvPr>
            <p:ph sz="half" idx="2"/>
          </p:nvPr>
        </p:nvPicPr>
        <p:blipFill rotWithShape="1">
          <a:blip r:embed="rId3">
            <a:alphaModFix amt="35000"/>
          </a:blip>
          <a:srcRect r="9777" b="-1"/>
          <a:stretch/>
        </p:blipFill>
        <p:spPr>
          <a:xfrm>
            <a:off x="20" y="10"/>
            <a:ext cx="12191980" cy="6857990"/>
          </a:xfrm>
          <a:prstGeom prst="rect">
            <a:avLst/>
          </a:prstGeom>
        </p:spPr>
      </p:pic>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1370693" y="1769540"/>
            <a:ext cx="9440034" cy="1828801"/>
          </a:xfrm>
        </p:spPr>
        <p:txBody>
          <a:bodyPr vert="horz" lIns="91440" tIns="45720" rIns="91440" bIns="45720" rtlCol="0" anchor="b">
            <a:normAutofit/>
          </a:bodyPr>
          <a:lstStyle/>
          <a:p>
            <a:r>
              <a:rPr lang="en-US" sz="5400"/>
              <a:t>Casa ao lado da oficina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1370693" y="3598339"/>
            <a:ext cx="9440034" cy="1049867"/>
          </a:xfrm>
        </p:spPr>
        <p:txBody>
          <a:bodyPr vert="horz" lIns="91440" tIns="45720" rIns="91440" bIns="45720" rtlCol="0" anchor="t">
            <a:normAutofit/>
          </a:bodyPr>
          <a:lstStyle/>
          <a:p>
            <a:pPr marL="0" indent="0" algn="ctr">
              <a:buNone/>
            </a:pPr>
            <a:r>
              <a:rPr lang="en-US">
                <a:solidFill>
                  <a:schemeClr val="tx1"/>
                </a:solidFill>
              </a:rPr>
              <a:t>No momento alugada para o Manuel </a:t>
            </a:r>
          </a:p>
        </p:txBody>
      </p:sp>
    </p:spTree>
    <p:extLst>
      <p:ext uri="{BB962C8B-B14F-4D97-AF65-F5344CB8AC3E}">
        <p14:creationId xmlns:p14="http://schemas.microsoft.com/office/powerpoint/2010/main" val="93229132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12" name="Espaço Reservado para Conteúdo 11" descr="Uma imagem contendo no interior, cama, edifício, mesa&#10;&#10;Descrição gerada automaticamente">
            <a:extLst>
              <a:ext uri="{FF2B5EF4-FFF2-40B4-BE49-F238E27FC236}">
                <a16:creationId xmlns:a16="http://schemas.microsoft.com/office/drawing/2014/main" id="{3F1AF3A5-C441-4CF9-9C2C-FE53BC29C5B4}"/>
              </a:ext>
            </a:extLst>
          </p:cNvPr>
          <p:cNvPicPr>
            <a:picLocks noGrp="1" noChangeAspect="1"/>
          </p:cNvPicPr>
          <p:nvPr>
            <p:ph sz="half" idx="2"/>
          </p:nvPr>
        </p:nvPicPr>
        <p:blipFill rotWithShape="1">
          <a:blip r:embed="rId3"/>
          <a:srcRect b="13462"/>
          <a:stretch/>
        </p:blipFill>
        <p:spPr>
          <a:xfrm>
            <a:off x="1" y="10"/>
            <a:ext cx="12192000" cy="6857990"/>
          </a:xfrm>
          <a:prstGeom prst="rect">
            <a:avLst/>
          </a:prstGeom>
        </p:spPr>
      </p:pic>
      <p:sp useBgFill="1">
        <p:nvSpPr>
          <p:cNvPr id="17" name="Freeform 5">
            <a:extLst>
              <a:ext uri="{FF2B5EF4-FFF2-40B4-BE49-F238E27FC236}">
                <a16:creationId xmlns:a16="http://schemas.microsoft.com/office/drawing/2014/main" id="{37D54B6C-87D0-4C03-8335-3955179D2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6748093" y="1371604"/>
            <a:ext cx="5624423"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7780424" y="845389"/>
            <a:ext cx="3596420" cy="979017"/>
          </a:xfrm>
        </p:spPr>
        <p:txBody>
          <a:bodyPr vert="horz" lIns="91440" tIns="45720" rIns="91440" bIns="45720" rtlCol="0" anchor="b">
            <a:normAutofit/>
          </a:bodyPr>
          <a:lstStyle/>
          <a:p>
            <a:pPr algn="l">
              <a:lnSpc>
                <a:spcPct val="90000"/>
              </a:lnSpc>
            </a:pPr>
            <a:r>
              <a:rPr lang="en-US" sz="2000"/>
              <a:t>Casa na rua ao lado da oficina  que alugamos( por enquanto)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7780424" y="1968238"/>
            <a:ext cx="3531684" cy="3679189"/>
          </a:xfrm>
        </p:spPr>
        <p:txBody>
          <a:bodyPr vert="horz" lIns="91440" tIns="45720" rIns="91440" bIns="45720" rtlCol="0" anchor="t">
            <a:normAutofit/>
          </a:bodyPr>
          <a:lstStyle/>
          <a:p>
            <a:r>
              <a:rPr lang="en-US" sz="1600"/>
              <a:t>Utilização parcial do local em parceria com a tecnomotor, o estuque de peças antigas fica no fundo. Enquanto cursos são ministrados no restante da casa </a:t>
            </a:r>
          </a:p>
        </p:txBody>
      </p:sp>
    </p:spTree>
    <p:extLst>
      <p:ext uri="{BB962C8B-B14F-4D97-AF65-F5344CB8AC3E}">
        <p14:creationId xmlns:p14="http://schemas.microsoft.com/office/powerpoint/2010/main" val="344675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Espaço Reservado para Conteúdo 7" descr="Uma imagem contendo edifício, ao ar livre, casa, rua&#10;&#10;Descrição gerada automaticamente">
            <a:extLst>
              <a:ext uri="{FF2B5EF4-FFF2-40B4-BE49-F238E27FC236}">
                <a16:creationId xmlns:a16="http://schemas.microsoft.com/office/drawing/2014/main" id="{878DE093-01EC-4A80-9FD9-7AF9D41E72B1}"/>
              </a:ext>
            </a:extLst>
          </p:cNvPr>
          <p:cNvPicPr>
            <a:picLocks noGrp="1" noChangeAspect="1"/>
          </p:cNvPicPr>
          <p:nvPr>
            <p:ph sz="half" idx="2"/>
          </p:nvPr>
        </p:nvPicPr>
        <p:blipFill rotWithShape="1">
          <a:blip r:embed="rId2">
            <a:alphaModFix amt="25000"/>
          </a:blip>
          <a:srcRect l="3864" r="17025"/>
          <a:stretch/>
        </p:blipFill>
        <p:spPr>
          <a:xfrm>
            <a:off x="20" y="10"/>
            <a:ext cx="12191980" cy="6857990"/>
          </a:xfrm>
          <a:prstGeom prst="rect">
            <a:avLst/>
          </a:prstGeom>
        </p:spPr>
      </p:pic>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913795" y="609600"/>
            <a:ext cx="10353762" cy="970450"/>
          </a:xfrm>
        </p:spPr>
        <p:txBody>
          <a:bodyPr vert="horz" lIns="91440" tIns="45720" rIns="91440" bIns="45720" rtlCol="0" anchor="ctr">
            <a:normAutofit/>
          </a:bodyPr>
          <a:lstStyle/>
          <a:p>
            <a:r>
              <a:rPr lang="en-US"/>
              <a:t>Casa limoeiro 1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913795" y="1732449"/>
            <a:ext cx="10353762" cy="4058751"/>
          </a:xfrm>
        </p:spPr>
        <p:txBody>
          <a:bodyPr vert="horz" lIns="91440" tIns="45720" rIns="91440" bIns="45720" rtlCol="0" anchor="ctr">
            <a:normAutofit/>
          </a:bodyPr>
          <a:lstStyle/>
          <a:p>
            <a:r>
              <a:rPr lang="en-US" dirty="0" err="1"/>
              <a:t>Aluguel</a:t>
            </a:r>
            <a:r>
              <a:rPr lang="en-US" dirty="0"/>
              <a:t> </a:t>
            </a:r>
            <a:r>
              <a:rPr lang="en-US" dirty="0" err="1"/>
              <a:t>sem</a:t>
            </a:r>
            <a:r>
              <a:rPr lang="en-US" dirty="0"/>
              <a:t> </a:t>
            </a:r>
            <a:r>
              <a:rPr lang="en-US" dirty="0" err="1"/>
              <a:t>reajuste</a:t>
            </a:r>
            <a:r>
              <a:rPr lang="en-US" dirty="0"/>
              <a:t> a </a:t>
            </a:r>
            <a:r>
              <a:rPr lang="en-US" dirty="0" err="1"/>
              <a:t>anos</a:t>
            </a:r>
            <a:r>
              <a:rPr lang="en-US" dirty="0"/>
              <a:t> e </a:t>
            </a:r>
            <a:r>
              <a:rPr lang="en-US" dirty="0" err="1"/>
              <a:t>apresenta</a:t>
            </a:r>
            <a:r>
              <a:rPr lang="en-US" dirty="0"/>
              <a:t> </a:t>
            </a:r>
            <a:r>
              <a:rPr lang="en-US" dirty="0" err="1"/>
              <a:t>rendimentos</a:t>
            </a:r>
            <a:r>
              <a:rPr lang="en-US" dirty="0"/>
              <a:t> </a:t>
            </a:r>
            <a:r>
              <a:rPr lang="en-US" dirty="0" err="1"/>
              <a:t>quase</a:t>
            </a:r>
            <a:r>
              <a:rPr lang="en-US" dirty="0"/>
              <a:t> </a:t>
            </a:r>
            <a:r>
              <a:rPr lang="en-US" dirty="0" err="1"/>
              <a:t>nulos</a:t>
            </a:r>
            <a:r>
              <a:rPr lang="en-US" dirty="0"/>
              <a:t> e com </a:t>
            </a:r>
            <a:r>
              <a:rPr lang="en-US" dirty="0" err="1"/>
              <a:t>reformas</a:t>
            </a:r>
            <a:r>
              <a:rPr lang="en-US" dirty="0"/>
              <a:t> </a:t>
            </a:r>
            <a:r>
              <a:rPr lang="en-US" dirty="0" err="1"/>
              <a:t>em</a:t>
            </a:r>
            <a:r>
              <a:rPr lang="en-US" dirty="0"/>
              <a:t> pendente, </a:t>
            </a:r>
            <a:r>
              <a:rPr lang="en-US" dirty="0" err="1"/>
              <a:t>como</a:t>
            </a:r>
            <a:r>
              <a:rPr lang="en-US" dirty="0"/>
              <a:t> o </a:t>
            </a:r>
            <a:r>
              <a:rPr lang="en-US" dirty="0" err="1"/>
              <a:t>conserto</a:t>
            </a:r>
            <a:r>
              <a:rPr lang="en-US" dirty="0"/>
              <a:t> da </a:t>
            </a:r>
            <a:r>
              <a:rPr lang="en-US" dirty="0" err="1"/>
              <a:t>causada</a:t>
            </a:r>
            <a:r>
              <a:rPr lang="en-US" dirty="0"/>
              <a:t> a com o </a:t>
            </a:r>
            <a:r>
              <a:rPr lang="en-US" dirty="0" err="1"/>
              <a:t>locatário</a:t>
            </a:r>
            <a:r>
              <a:rPr lang="en-US" dirty="0"/>
              <a:t>. Mas </a:t>
            </a:r>
            <a:r>
              <a:rPr lang="en-US" dirty="0" err="1"/>
              <a:t>também</a:t>
            </a:r>
            <a:r>
              <a:rPr lang="en-US" dirty="0"/>
              <a:t> fez </a:t>
            </a:r>
            <a:r>
              <a:rPr lang="en-US" dirty="0" err="1"/>
              <a:t>melhorias</a:t>
            </a:r>
            <a:r>
              <a:rPr lang="en-US" dirty="0"/>
              <a:t> </a:t>
            </a:r>
            <a:r>
              <a:rPr lang="en-US" dirty="0" err="1"/>
              <a:t>consideráveis</a:t>
            </a:r>
            <a:r>
              <a:rPr lang="en-US" dirty="0"/>
              <a:t> </a:t>
            </a:r>
            <a:r>
              <a:rPr lang="en-US" dirty="0" err="1"/>
              <a:t>na</a:t>
            </a:r>
            <a:r>
              <a:rPr lang="en-US" dirty="0"/>
              <a:t> </a:t>
            </a:r>
            <a:r>
              <a:rPr lang="en-US" dirty="0" err="1"/>
              <a:t>parte</a:t>
            </a:r>
            <a:r>
              <a:rPr lang="en-US" dirty="0"/>
              <a:t> </a:t>
            </a:r>
            <a:r>
              <a:rPr lang="en-US" dirty="0" err="1"/>
              <a:t>interna</a:t>
            </a:r>
            <a:r>
              <a:rPr lang="en-US" dirty="0"/>
              <a:t> da </a:t>
            </a:r>
            <a:r>
              <a:rPr lang="en-US" dirty="0" err="1"/>
              <a:t>estrutura</a:t>
            </a:r>
            <a:r>
              <a:rPr lang="en-US" dirty="0"/>
              <a:t>.</a:t>
            </a:r>
          </a:p>
        </p:txBody>
      </p:sp>
    </p:spTree>
    <p:extLst>
      <p:ext uri="{BB962C8B-B14F-4D97-AF65-F5344CB8AC3E}">
        <p14:creationId xmlns:p14="http://schemas.microsoft.com/office/powerpoint/2010/main" val="2978347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8" name="Espaço Reservado para Conteúdo 7" descr="Uma imagem contendo ao ar livre, edifício, árvore, rua&#10;&#10;Descrição gerada automaticamente">
            <a:extLst>
              <a:ext uri="{FF2B5EF4-FFF2-40B4-BE49-F238E27FC236}">
                <a16:creationId xmlns:a16="http://schemas.microsoft.com/office/drawing/2014/main" id="{DF2AA58E-F8CF-4E5F-ACF4-F88A74A9A145}"/>
              </a:ext>
            </a:extLst>
          </p:cNvPr>
          <p:cNvPicPr>
            <a:picLocks noGrp="1" noChangeAspect="1"/>
          </p:cNvPicPr>
          <p:nvPr>
            <p:ph sz="half" idx="2"/>
          </p:nvPr>
        </p:nvPicPr>
        <p:blipFill rotWithShape="1">
          <a:blip r:embed="rId3"/>
          <a:srcRect l="18110" r="21001" b="-1"/>
          <a:stretch/>
        </p:blipFill>
        <p:spPr>
          <a:xfrm>
            <a:off x="20" y="10"/>
            <a:ext cx="12191980" cy="6857990"/>
          </a:xfrm>
          <a:prstGeom prst="rect">
            <a:avLst/>
          </a:prstGeom>
        </p:spPr>
      </p:pic>
      <p:sp useBgFill="1">
        <p:nvSpPr>
          <p:cNvPr id="17"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2769538" y="445383"/>
            <a:ext cx="1995577" cy="7534653"/>
          </a:xfrm>
          <a:prstGeom prst="round2SameRect">
            <a:avLst>
              <a:gd name="adj1" fmla="val 9679"/>
              <a:gd name="adj2" fmla="val 400"/>
            </a:avLst>
          </a:prstGeom>
          <a:ln>
            <a:noFill/>
          </a:ln>
          <a:effectLst>
            <a:outerShdw blurRad="50800" dist="38100" dir="5400000" algn="tl" rotWithShape="0">
              <a:srgbClr val="000000">
                <a:alpha val="43000"/>
              </a:srgbClr>
            </a:outerShdw>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804335" y="3496574"/>
            <a:ext cx="6436104" cy="1138686"/>
          </a:xfrm>
        </p:spPr>
        <p:txBody>
          <a:bodyPr vert="horz" lIns="91440" tIns="45720" rIns="91440" bIns="45720" rtlCol="0" anchor="b">
            <a:normAutofit/>
          </a:bodyPr>
          <a:lstStyle/>
          <a:p>
            <a:pPr algn="l"/>
            <a:r>
              <a:rPr lang="en-US" sz="4400"/>
              <a:t>Chácara Limoeiro 2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804335" y="4548996"/>
            <a:ext cx="6436104" cy="534838"/>
          </a:xfrm>
        </p:spPr>
        <p:txBody>
          <a:bodyPr vert="horz" lIns="91440" tIns="45720" rIns="91440" bIns="45720" rtlCol="0" anchor="t">
            <a:normAutofit/>
          </a:bodyPr>
          <a:lstStyle/>
          <a:p>
            <a:pPr marL="0" indent="0">
              <a:lnSpc>
                <a:spcPct val="90000"/>
              </a:lnSpc>
              <a:buNone/>
            </a:pPr>
            <a:r>
              <a:rPr lang="en-US" sz="1500">
                <a:solidFill>
                  <a:srgbClr val="957644"/>
                </a:solidFill>
              </a:rPr>
              <a:t>Tem 2000 m² de área, com duas escrituras separadas em 1000 m². No momento apenas dando prejuízo.</a:t>
            </a:r>
          </a:p>
        </p:txBody>
      </p:sp>
    </p:spTree>
    <p:extLst>
      <p:ext uri="{BB962C8B-B14F-4D97-AF65-F5344CB8AC3E}">
        <p14:creationId xmlns:p14="http://schemas.microsoft.com/office/powerpoint/2010/main" val="3594615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1370693" y="4406537"/>
            <a:ext cx="9440034" cy="1088336"/>
          </a:xfrm>
        </p:spPr>
        <p:txBody>
          <a:bodyPr vert="horz" lIns="91440" tIns="45720" rIns="91440" bIns="45720" rtlCol="0" anchor="b">
            <a:normAutofit/>
          </a:bodyPr>
          <a:lstStyle/>
          <a:p>
            <a:r>
              <a:rPr lang="en-US" sz="4800"/>
              <a:t>Casa limoeiro 3</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1370693" y="5494872"/>
            <a:ext cx="9440034" cy="621614"/>
          </a:xfrm>
        </p:spPr>
        <p:txBody>
          <a:bodyPr vert="horz" lIns="91440" tIns="45720" rIns="91440" bIns="45720" rtlCol="0" anchor="t">
            <a:normAutofit/>
          </a:bodyPr>
          <a:lstStyle/>
          <a:p>
            <a:pPr marL="0" indent="0" algn="ctr">
              <a:buNone/>
            </a:pPr>
            <a:r>
              <a:rPr lang="en-US">
                <a:solidFill>
                  <a:srgbClr val="996659"/>
                </a:solidFill>
              </a:rPr>
              <a:t>Parada apenas dando prejuízo a cerca de 6 meses  </a:t>
            </a:r>
          </a:p>
        </p:txBody>
      </p:sp>
      <p:pic>
        <p:nvPicPr>
          <p:cNvPr id="17" name="Picture 16">
            <a:extLst>
              <a:ext uri="{FF2B5EF4-FFF2-40B4-BE49-F238E27FC236}">
                <a16:creationId xmlns:a16="http://schemas.microsoft.com/office/drawing/2014/main" id="{2BFB581C-2142-4222-9A3B-905AD6C09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98" t="2669" r="616"/>
          <a:stretch/>
        </p:blipFill>
        <p:spPr>
          <a:xfrm>
            <a:off x="-1" y="0"/>
            <a:ext cx="12192001" cy="4322278"/>
          </a:xfrm>
          <a:prstGeom prst="rect">
            <a:avLst/>
          </a:prstGeom>
        </p:spPr>
      </p:pic>
      <p:pic>
        <p:nvPicPr>
          <p:cNvPr id="12" name="Espaço Reservado para Conteúdo 11" descr="Uma imagem contendo edifício, ao ar livre, casa, velho&#10;&#10;Descrição gerada automaticamente">
            <a:extLst>
              <a:ext uri="{FF2B5EF4-FFF2-40B4-BE49-F238E27FC236}">
                <a16:creationId xmlns:a16="http://schemas.microsoft.com/office/drawing/2014/main" id="{A513134A-327C-4CDB-B134-C505766C3BB8}"/>
              </a:ext>
            </a:extLst>
          </p:cNvPr>
          <p:cNvPicPr>
            <a:picLocks noGrp="1" noChangeAspect="1"/>
          </p:cNvPicPr>
          <p:nvPr>
            <p:ph sz="half" idx="2"/>
          </p:nvPr>
        </p:nvPicPr>
        <p:blipFill rotWithShape="1">
          <a:blip r:embed="rId4"/>
          <a:srcRect r="-1" b="21366"/>
          <a:stretch/>
        </p:blipFill>
        <p:spPr>
          <a:xfrm>
            <a:off x="-1" y="-1"/>
            <a:ext cx="12198915" cy="4220682"/>
          </a:xfrm>
          <a:prstGeom prst="rect">
            <a:avLst/>
          </a:prstGeom>
        </p:spPr>
      </p:pic>
    </p:spTree>
    <p:extLst>
      <p:ext uri="{BB962C8B-B14F-4D97-AF65-F5344CB8AC3E}">
        <p14:creationId xmlns:p14="http://schemas.microsoft.com/office/powerpoint/2010/main" val="1141574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pic>
        <p:nvPicPr>
          <p:cNvPr id="6" name="Espaço Reservado para Conteúdo 5" descr="Praia com pedras e água ao fundo&#10;&#10;Descrição gerada automaticamente">
            <a:extLst>
              <a:ext uri="{FF2B5EF4-FFF2-40B4-BE49-F238E27FC236}">
                <a16:creationId xmlns:a16="http://schemas.microsoft.com/office/drawing/2014/main" id="{65049971-C690-4790-860C-3E9902A10112}"/>
              </a:ext>
            </a:extLst>
          </p:cNvPr>
          <p:cNvPicPr>
            <a:picLocks noGrp="1" noChangeAspect="1"/>
          </p:cNvPicPr>
          <p:nvPr>
            <p:ph sz="half" idx="2"/>
          </p:nvPr>
        </p:nvPicPr>
        <p:blipFill rotWithShape="1">
          <a:blip r:embed="rId3">
            <a:extLst>
              <a:ext uri="{837473B0-CC2E-450A-ABE3-18F120FF3D39}">
                <a1611:picAttrSrcUrl xmlns:a1611="http://schemas.microsoft.com/office/drawing/2016/11/main" r:id="rId4"/>
              </a:ext>
            </a:extLst>
          </a:blip>
          <a:srcRect t="7642" b="7771"/>
          <a:stretch/>
        </p:blipFill>
        <p:spPr>
          <a:xfrm>
            <a:off x="20" y="10"/>
            <a:ext cx="12191980" cy="6857990"/>
          </a:xfrm>
          <a:prstGeom prst="rect">
            <a:avLst/>
          </a:prstGeom>
        </p:spPr>
      </p:pic>
      <p:sp useBgFill="1">
        <p:nvSpPr>
          <p:cNvPr id="12"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2769538" y="445383"/>
            <a:ext cx="1995577" cy="7534653"/>
          </a:xfrm>
          <a:prstGeom prst="round2SameRect">
            <a:avLst>
              <a:gd name="adj1" fmla="val 9679"/>
              <a:gd name="adj2" fmla="val 400"/>
            </a:avLst>
          </a:prstGeom>
          <a:ln>
            <a:noFill/>
          </a:ln>
          <a:effectLst>
            <a:outerShdw blurRad="50800" dist="38100" dir="5400000" algn="tl" rotWithShape="0">
              <a:srgbClr val="000000">
                <a:alpha val="43000"/>
              </a:srgbClr>
            </a:outerShdw>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804335" y="3496574"/>
            <a:ext cx="6436104" cy="1138686"/>
          </a:xfrm>
        </p:spPr>
        <p:txBody>
          <a:bodyPr vert="horz" lIns="91440" tIns="45720" rIns="91440" bIns="45720" rtlCol="0" anchor="b">
            <a:normAutofit/>
          </a:bodyPr>
          <a:lstStyle/>
          <a:p>
            <a:pPr algn="l"/>
            <a:r>
              <a:rPr lang="en-US" sz="4400"/>
              <a:t>Casa da Praia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804335" y="4548996"/>
            <a:ext cx="6436104" cy="534838"/>
          </a:xfrm>
        </p:spPr>
        <p:txBody>
          <a:bodyPr vert="horz" lIns="91440" tIns="45720" rIns="91440" bIns="45720" rtlCol="0" anchor="t">
            <a:normAutofit/>
          </a:bodyPr>
          <a:lstStyle/>
          <a:p>
            <a:pPr marL="0" indent="0">
              <a:buNone/>
            </a:pPr>
            <a:r>
              <a:rPr lang="en-US" sz="1800">
                <a:solidFill>
                  <a:srgbClr val="1F82EC"/>
                </a:solidFill>
              </a:rPr>
              <a:t>Apre</a:t>
            </a:r>
          </a:p>
        </p:txBody>
      </p:sp>
      <p:sp>
        <p:nvSpPr>
          <p:cNvPr id="7" name="CaixaDeTexto 6">
            <a:extLst>
              <a:ext uri="{FF2B5EF4-FFF2-40B4-BE49-F238E27FC236}">
                <a16:creationId xmlns:a16="http://schemas.microsoft.com/office/drawing/2014/main" id="{135D87B2-5D7C-4CA5-A984-05BF66343516}"/>
              </a:ext>
            </a:extLst>
          </p:cNvPr>
          <p:cNvSpPr txBox="1"/>
          <p:nvPr/>
        </p:nvSpPr>
        <p:spPr>
          <a:xfrm>
            <a:off x="9554740" y="6657945"/>
            <a:ext cx="2637260" cy="200055"/>
          </a:xfrm>
          <a:prstGeom prst="rect">
            <a:avLst/>
          </a:prstGeom>
          <a:solidFill>
            <a:srgbClr val="000000"/>
          </a:solidFill>
        </p:spPr>
        <p:txBody>
          <a:bodyPr wrap="none" rtlCol="0">
            <a:spAutoFit/>
          </a:bodyPr>
          <a:lstStyle/>
          <a:p>
            <a:pPr algn="r">
              <a:spcAft>
                <a:spcPts val="600"/>
              </a:spcAft>
            </a:pPr>
            <a:r>
              <a:rPr lang="pt-BR" sz="700">
                <a:solidFill>
                  <a:srgbClr val="FFFFFF"/>
                </a:solidFill>
                <a:hlinkClick r:id="rId4" tooltip="https://pt.wikipedia.org/wiki/Praia_da_Rocha">
                  <a:extLst>
                    <a:ext uri="{A12FA001-AC4F-418D-AE19-62706E023703}">
                      <ahyp:hlinkClr xmlns:ahyp="http://schemas.microsoft.com/office/drawing/2018/hyperlinkcolor" val="tx"/>
                    </a:ext>
                  </a:extLst>
                </a:hlinkClick>
              </a:rPr>
              <a:t>Esta Foto</a:t>
            </a:r>
            <a:r>
              <a:rPr lang="pt-BR" sz="700">
                <a:solidFill>
                  <a:srgbClr val="FFFFFF"/>
                </a:solidFill>
              </a:rPr>
              <a:t> de Autor Desconhecido está licenciado em </a:t>
            </a:r>
            <a:r>
              <a:rPr lang="pt-BR"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pt-BR" sz="700">
              <a:solidFill>
                <a:srgbClr val="FFFFFF"/>
              </a:solidFill>
            </a:endParaRPr>
          </a:p>
        </p:txBody>
      </p:sp>
    </p:spTree>
    <p:extLst>
      <p:ext uri="{BB962C8B-B14F-4D97-AF65-F5344CB8AC3E}">
        <p14:creationId xmlns:p14="http://schemas.microsoft.com/office/powerpoint/2010/main" val="923895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p:txBody>
          <a:bodyPr/>
          <a:lstStyle/>
          <a:p>
            <a:r>
              <a:rPr lang="pt-BR" dirty="0"/>
              <a:t> </a:t>
            </a:r>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p:txBody>
          <a:bodyPr/>
          <a:lstStyle/>
          <a:p>
            <a:r>
              <a:rPr lang="pt-BR" dirty="0">
                <a:effectLst/>
              </a:rPr>
              <a:t>10% desconto a vista no cartão ou boleto pago antes do serviço </a:t>
            </a:r>
          </a:p>
          <a:p>
            <a:r>
              <a:rPr lang="pt-BR" dirty="0">
                <a:effectLst/>
              </a:rPr>
              <a:t>Ou 10% de desconto na transferência pelos aplicativos dos bancos Inter, Nu Bank, </a:t>
            </a:r>
            <a:r>
              <a:rPr lang="pt-BR" dirty="0" err="1">
                <a:effectLst/>
              </a:rPr>
              <a:t>Bradesco,Itau</a:t>
            </a:r>
            <a:r>
              <a:rPr lang="pt-BR" dirty="0">
                <a:effectLst/>
              </a:rPr>
              <a:t> (</a:t>
            </a:r>
            <a:r>
              <a:rPr lang="pt-BR" dirty="0" err="1">
                <a:effectLst/>
              </a:rPr>
              <a:t>iti</a:t>
            </a:r>
            <a:r>
              <a:rPr lang="pt-BR" dirty="0">
                <a:effectLst/>
              </a:rPr>
              <a:t>), BB, </a:t>
            </a:r>
            <a:r>
              <a:rPr lang="pt-BR" dirty="0" err="1">
                <a:effectLst/>
              </a:rPr>
              <a:t>paypal</a:t>
            </a:r>
            <a:r>
              <a:rPr lang="pt-BR" dirty="0">
                <a:effectLst/>
              </a:rPr>
              <a:t>, mercado pago   outros bancos a verificar  </a:t>
            </a:r>
          </a:p>
          <a:p>
            <a:r>
              <a:rPr lang="pt-BR" dirty="0">
                <a:effectLst/>
              </a:rPr>
              <a:t>Planejamento estratégico  </a:t>
            </a:r>
          </a:p>
          <a:p>
            <a:r>
              <a:rPr lang="pt-BR" dirty="0">
                <a:effectLst/>
              </a:rPr>
              <a:t>Missão, Visão e Valores </a:t>
            </a:r>
          </a:p>
          <a:p>
            <a:r>
              <a:rPr lang="pt-BR" u="sng" dirty="0">
                <a:effectLst/>
                <a:hlinkClick r:id="rId2"/>
              </a:rPr>
              <a:t>https://www.traycorp.com.br/planos/</a:t>
            </a:r>
            <a:endParaRPr lang="pt-BR" dirty="0">
              <a:effectLst/>
            </a:endParaRPr>
          </a:p>
          <a:p>
            <a:pPr marL="36900" indent="0">
              <a:buNone/>
            </a:pPr>
            <a:endParaRPr lang="pt-BR" dirty="0"/>
          </a:p>
        </p:txBody>
      </p:sp>
      <p:sp>
        <p:nvSpPr>
          <p:cNvPr id="5" name="Espaço Reservado para Conteúdo 4">
            <a:extLst>
              <a:ext uri="{FF2B5EF4-FFF2-40B4-BE49-F238E27FC236}">
                <a16:creationId xmlns:a16="http://schemas.microsoft.com/office/drawing/2014/main" id="{836B6A82-9DB4-4819-BB3F-A9A86C64584B}"/>
              </a:ext>
            </a:extLst>
          </p:cNvPr>
          <p:cNvSpPr>
            <a:spLocks noGrp="1"/>
          </p:cNvSpPr>
          <p:nvPr>
            <p:ph sz="half" idx="2"/>
          </p:nvPr>
        </p:nvSpPr>
        <p:spPr/>
        <p:txBody>
          <a:bodyPr/>
          <a:lstStyle/>
          <a:p>
            <a:r>
              <a:rPr lang="pt-BR" dirty="0"/>
              <a:t>Felipe entramos em conflito por sua vontade de liderar </a:t>
            </a:r>
          </a:p>
          <a:p>
            <a:r>
              <a:rPr lang="pt-BR" dirty="0"/>
              <a:t>O que acham de abrir uma em Guarulhos </a:t>
            </a:r>
          </a:p>
          <a:p>
            <a:r>
              <a:rPr lang="pt-BR" dirty="0"/>
              <a:t>Ou em </a:t>
            </a:r>
            <a:r>
              <a:rPr lang="pt-BR" dirty="0" err="1"/>
              <a:t>caragua</a:t>
            </a:r>
            <a:r>
              <a:rPr lang="pt-BR" dirty="0"/>
              <a:t> </a:t>
            </a:r>
          </a:p>
          <a:p>
            <a:r>
              <a:rPr lang="pt-BR" dirty="0"/>
              <a:t>E ou Taubaté</a:t>
            </a:r>
          </a:p>
          <a:p>
            <a:r>
              <a:rPr lang="pt-BR" dirty="0"/>
              <a:t>  </a:t>
            </a:r>
          </a:p>
        </p:txBody>
      </p:sp>
    </p:spTree>
    <p:extLst>
      <p:ext uri="{BB962C8B-B14F-4D97-AF65-F5344CB8AC3E}">
        <p14:creationId xmlns:p14="http://schemas.microsoft.com/office/powerpoint/2010/main" val="2770722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919119" y="637625"/>
            <a:ext cx="10353762" cy="970450"/>
          </a:xfrm>
        </p:spPr>
        <p:txBody>
          <a:bodyPr>
            <a:normAutofit fontScale="90000"/>
          </a:bodyPr>
          <a:lstStyle/>
          <a:p>
            <a:r>
              <a:rPr lang="pt-BR"/>
              <a:t>Mudanças a serem realizadas para a integração da Lucas </a:t>
            </a:r>
            <a:endParaRPr lang="pt-BR" dirty="0"/>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715252" y="2189650"/>
            <a:ext cx="5060497" cy="4058750"/>
          </a:xfrm>
        </p:spPr>
        <p:txBody>
          <a:bodyPr/>
          <a:lstStyle/>
          <a:p>
            <a:r>
              <a:rPr lang="pt-BR" dirty="0"/>
              <a:t>Pintura </a:t>
            </a:r>
          </a:p>
          <a:p>
            <a:r>
              <a:rPr lang="pt-BR" dirty="0"/>
              <a:t>Mudança de ambientes </a:t>
            </a:r>
          </a:p>
          <a:p>
            <a:r>
              <a:rPr lang="pt-BR" dirty="0"/>
              <a:t>Pedir a casa de volta para o Manuel</a:t>
            </a:r>
          </a:p>
          <a:p>
            <a:endParaRPr lang="pt-BR" dirty="0"/>
          </a:p>
        </p:txBody>
      </p:sp>
      <p:sp>
        <p:nvSpPr>
          <p:cNvPr id="5" name="Espaço Reservado para Conteúdo 4">
            <a:extLst>
              <a:ext uri="{FF2B5EF4-FFF2-40B4-BE49-F238E27FC236}">
                <a16:creationId xmlns:a16="http://schemas.microsoft.com/office/drawing/2014/main" id="{836B6A82-9DB4-4819-BB3F-A9A86C64584B}"/>
              </a:ext>
            </a:extLst>
          </p:cNvPr>
          <p:cNvSpPr>
            <a:spLocks noGrp="1"/>
          </p:cNvSpPr>
          <p:nvPr>
            <p:ph sz="half" idx="2"/>
          </p:nvPr>
        </p:nvSpPr>
        <p:spPr/>
        <p:txBody>
          <a:bodyPr/>
          <a:lstStyle/>
          <a:p>
            <a:r>
              <a:rPr lang="pt-BR" dirty="0"/>
              <a:t>Na casa verde:</a:t>
            </a:r>
          </a:p>
          <a:p>
            <a:r>
              <a:rPr lang="pt-BR" dirty="0"/>
              <a:t>Mexer na frente para ter o escritório </a:t>
            </a:r>
          </a:p>
          <a:p>
            <a:r>
              <a:rPr lang="pt-BR" dirty="0"/>
              <a:t>O escritório se tornaria a sala de reuniões do pátio e para cursos dependo</a:t>
            </a:r>
          </a:p>
          <a:p>
            <a:r>
              <a:rPr lang="pt-BR" dirty="0"/>
              <a:t>Estoque da oficina seria transferido para o galpão da casa de traz que fica a sala do Daniel, mas teria o acesso de apenas uma pessoas e com computador para controle.</a:t>
            </a:r>
          </a:p>
          <a:p>
            <a:endParaRPr lang="pt-BR" dirty="0"/>
          </a:p>
          <a:p>
            <a:endParaRPr lang="pt-BR" dirty="0"/>
          </a:p>
        </p:txBody>
      </p:sp>
    </p:spTree>
    <p:extLst>
      <p:ext uri="{BB962C8B-B14F-4D97-AF65-F5344CB8AC3E}">
        <p14:creationId xmlns:p14="http://schemas.microsoft.com/office/powerpoint/2010/main" val="3817447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BD193-FB03-45D0-BB6B-1772061D7CB5}"/>
              </a:ext>
            </a:extLst>
          </p:cNvPr>
          <p:cNvSpPr>
            <a:spLocks noGrp="1"/>
          </p:cNvSpPr>
          <p:nvPr>
            <p:ph type="title"/>
          </p:nvPr>
        </p:nvSpPr>
        <p:spPr>
          <a:xfrm>
            <a:off x="919119" y="637625"/>
            <a:ext cx="10353762" cy="970450"/>
          </a:xfrm>
        </p:spPr>
        <p:txBody>
          <a:bodyPr>
            <a:normAutofit fontScale="90000"/>
          </a:bodyPr>
          <a:lstStyle/>
          <a:p>
            <a:r>
              <a:rPr lang="pt-BR"/>
              <a:t>Mudanças a serem realizadas para a integração da Lucas </a:t>
            </a:r>
            <a:endParaRPr lang="pt-BR" dirty="0"/>
          </a:p>
        </p:txBody>
      </p:sp>
      <p:sp>
        <p:nvSpPr>
          <p:cNvPr id="3" name="Espaço Reservado para Conteúdo 2">
            <a:extLst>
              <a:ext uri="{FF2B5EF4-FFF2-40B4-BE49-F238E27FC236}">
                <a16:creationId xmlns:a16="http://schemas.microsoft.com/office/drawing/2014/main" id="{669506F8-01DF-4360-8977-A39D4B61F6FA}"/>
              </a:ext>
            </a:extLst>
          </p:cNvPr>
          <p:cNvSpPr>
            <a:spLocks noGrp="1"/>
          </p:cNvSpPr>
          <p:nvPr>
            <p:ph sz="half" idx="1"/>
          </p:nvPr>
        </p:nvSpPr>
        <p:spPr>
          <a:xfrm>
            <a:off x="715252" y="2189650"/>
            <a:ext cx="5060497" cy="4058750"/>
          </a:xfrm>
        </p:spPr>
        <p:txBody>
          <a:bodyPr>
            <a:normAutofit fontScale="92500" lnSpcReduction="20000"/>
          </a:bodyPr>
          <a:lstStyle/>
          <a:p>
            <a:r>
              <a:rPr lang="pt-BR" dirty="0"/>
              <a:t>Curso na casa que o Daniel usa e colocar a I.L para rodar </a:t>
            </a:r>
            <a:r>
              <a:rPr lang="pt-BR" dirty="0" err="1"/>
              <a:t>la</a:t>
            </a:r>
            <a:r>
              <a:rPr lang="pt-BR" dirty="0"/>
              <a:t> já que o Daniel ainda não registro nada e pedir o espaço para uso da oficina para reter talentos  dentro da empresa. E remunerando de acordo com os serviços realizados e com uma porcentagem sobre os curso que ainda tem que ser negociada e também cursos semipresenciais.</a:t>
            </a:r>
          </a:p>
          <a:p>
            <a:r>
              <a:rPr lang="pt-BR" dirty="0"/>
              <a:t> Peres</a:t>
            </a:r>
          </a:p>
          <a:p>
            <a:r>
              <a:rPr lang="pt-BR" dirty="0"/>
              <a:t>Gilvan </a:t>
            </a:r>
          </a:p>
          <a:p>
            <a:r>
              <a:rPr lang="pt-BR" dirty="0" err="1"/>
              <a:t>Hainton</a:t>
            </a:r>
            <a:endParaRPr lang="pt-BR" dirty="0"/>
          </a:p>
          <a:p>
            <a:r>
              <a:rPr lang="pt-BR" dirty="0" err="1"/>
              <a:t>Dr.Diesel</a:t>
            </a:r>
            <a:endParaRPr lang="pt-BR" dirty="0"/>
          </a:p>
          <a:p>
            <a:r>
              <a:rPr lang="pt-BR" dirty="0"/>
              <a:t>Entre outros especialistas diesel</a:t>
            </a:r>
          </a:p>
          <a:p>
            <a:endParaRPr lang="pt-BR" dirty="0"/>
          </a:p>
          <a:p>
            <a:endParaRPr lang="pt-BR" dirty="0"/>
          </a:p>
          <a:p>
            <a:endParaRPr lang="pt-BR" dirty="0"/>
          </a:p>
        </p:txBody>
      </p:sp>
      <p:sp>
        <p:nvSpPr>
          <p:cNvPr id="6" name="Espaço Reservado para Conteúdo 5">
            <a:extLst>
              <a:ext uri="{FF2B5EF4-FFF2-40B4-BE49-F238E27FC236}">
                <a16:creationId xmlns:a16="http://schemas.microsoft.com/office/drawing/2014/main" id="{71B08259-72D0-4137-BF5C-CF7A60ED9BB6}"/>
              </a:ext>
            </a:extLst>
          </p:cNvPr>
          <p:cNvSpPr>
            <a:spLocks noGrp="1"/>
          </p:cNvSpPr>
          <p:nvPr>
            <p:ph sz="half" idx="2"/>
          </p:nvPr>
        </p:nvSpPr>
        <p:spPr/>
        <p:txBody>
          <a:bodyPr>
            <a:normAutofit fontScale="92500" lnSpcReduction="20000"/>
          </a:bodyPr>
          <a:lstStyle/>
          <a:p>
            <a:endParaRPr lang="pt-BR"/>
          </a:p>
        </p:txBody>
      </p:sp>
    </p:spTree>
    <p:extLst>
      <p:ext uri="{BB962C8B-B14F-4D97-AF65-F5344CB8AC3E}">
        <p14:creationId xmlns:p14="http://schemas.microsoft.com/office/powerpoint/2010/main" val="23257748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rdósia">
  <a:themeElements>
    <a:clrScheme name="Ardósia">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Ardósi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rdósi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0" ma:contentTypeDescription="Create a new document." ma:contentTypeScope="" ma:versionID="e39e7e9e36de66d473ce04bb4ab2dbb8">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dc5994665da46609c24125788630d8"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E83DCE94-57BA-4A16-A523-31294EE4F144}">
  <ds:schemaRefs>
    <ds:schemaRef ds:uri="http://schemas.microsoft.com/sharepoint/v3/contenttype/forms"/>
  </ds:schemaRefs>
</ds:datastoreItem>
</file>

<file path=customXml/itemProps2.xml><?xml version="1.0" encoding="utf-8"?>
<ds:datastoreItem xmlns:ds="http://schemas.openxmlformats.org/officeDocument/2006/customXml" ds:itemID="{0BE72A78-A220-4105-9D96-D17E6B611B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29D47E-B95A-4B0E-A9AB-A63E4C038A2C}">
  <ds:schemaRefs>
    <ds:schemaRef ds:uri="http://schemas.microsoft.com/office/infopath/2007/PartnerControls"/>
    <ds:schemaRef ds:uri="http://schemas.openxmlformats.org/package/2006/metadata/core-properties"/>
    <ds:schemaRef ds:uri="16c05727-aa75-4e4a-9b5f-8a80a1165891"/>
    <ds:schemaRef ds:uri="http://purl.org/dc/dcmitype/"/>
    <ds:schemaRef ds:uri="http://schemas.microsoft.com/office/2006/documentManagement/types"/>
    <ds:schemaRef ds:uri="http://purl.org/dc/elements/1.1/"/>
    <ds:schemaRef ds:uri="http://purl.org/dc/terms/"/>
    <ds:schemaRef ds:uri="71af3243-3dd4-4a8d-8c0d-dd76da1f02a5"/>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1037</Words>
  <Application>Microsoft Office PowerPoint</Application>
  <PresentationFormat>Widescreen</PresentationFormat>
  <Paragraphs>236</Paragraphs>
  <Slides>20</Slides>
  <Notes>3</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20</vt:i4>
      </vt:variant>
    </vt:vector>
  </HeadingPairs>
  <TitlesOfParts>
    <vt:vector size="25" baseType="lpstr">
      <vt:lpstr>Arial</vt:lpstr>
      <vt:lpstr>Calibri</vt:lpstr>
      <vt:lpstr>Calisto MT</vt:lpstr>
      <vt:lpstr>Wingdings 2</vt:lpstr>
      <vt:lpstr>Ardósia</vt:lpstr>
      <vt:lpstr>GRÁFICO de organização Completo Nsl</vt:lpstr>
      <vt:lpstr>GRÁFICO de organização I.L Almeida Nsl</vt:lpstr>
      <vt:lpstr>GRÁFICO de organização Lobo &amp; Silva Bombas Injetoras </vt:lpstr>
      <vt:lpstr>Equipe I.L </vt:lpstr>
      <vt:lpstr>Equipe Lobo &amp; Silva  </vt:lpstr>
      <vt:lpstr>Ligados indiretamente</vt:lpstr>
      <vt:lpstr>Mudança de locus  mental de repetitivo e limitante em que o sentido se perde e as coisas ficam ruins, melhoram por um intervalo mas voltam a ficar ruins de novo. para a liberdade e crescimento continuo mas temos que estar dispostos a essa mudança . Vai doer, teremos que nos sacrificar mas estão dispostos. Parar de ser moles e estaginado tem que fazer diferente agora. Temos que dar valor as pessoas que amamos e da nossa casa ao invés do mundo, caso contrario da mudara. Pensar em quem realmente soma ou esta apenas pacendo algo bom para continuar na mesma. Eu quero propesperidade mas se não estão de acorda digão logo que ficarei na minha e não falo mais sobre criar uma identidade de marca, uma cultura na empresa e que nossa família trabalhe junto e comunhão com a mesma sinergia mesmo que cada um t </vt:lpstr>
      <vt:lpstr>Propriedades ligadas </vt:lpstr>
      <vt:lpstr>Galpão Jd. Industrias </vt:lpstr>
      <vt:lpstr>Apresentação do PowerPoint</vt:lpstr>
      <vt:lpstr>Apresentação do PowerPoint</vt:lpstr>
      <vt:lpstr>Casa ao lado da oficina   </vt:lpstr>
      <vt:lpstr>Casa na rua ao lado da oficina  que alugamos( por enquanto)   </vt:lpstr>
      <vt:lpstr>Casa limoeiro 1 </vt:lpstr>
      <vt:lpstr>Chácara Limoeiro 2 </vt:lpstr>
      <vt:lpstr>Casa limoeiro 3</vt:lpstr>
      <vt:lpstr>Casa da Praia  </vt:lpstr>
      <vt:lpstr> </vt:lpstr>
      <vt:lpstr>Mudanças a serem realizadas para a integração da Lucas </vt:lpstr>
      <vt:lpstr>Mudanças a serem realizadas para a integração da Lucas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2019-10-16T14:00:05Z</dcterms:created>
  <dcterms:modified xsi:type="dcterms:W3CDTF">2019-10-23T17:46:17Z</dcterms:modified>
</cp:coreProperties>
</file>